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9144000"/>
  <p:notesSz cx="6858000" cy="9144000"/>
  <p:embeddedFontLst>
    <p:embeddedFont>
      <p:font typeface="Play"/>
      <p:regular r:id="rId33"/>
      <p:bold r:id="rId34"/>
    </p:embeddedFont>
    <p:embeddedFont>
      <p:font typeface="La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h4yZgN4ntmvIN2NdsMqC7pjdqo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075C51-A5F7-49D0-81F5-9ED65C435227}">
  <a:tblStyle styleId="{DD075C51-A5F7-49D0-81F5-9ED65C435227}"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07B05871-926E-4B30-99E0-B20CE4B63FE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ay-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Play-bold.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11" name="Google Shape;11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60" name="Google Shape;160;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90" name="Google Shape;190;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221" name="Google Shape;22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228" name="Google Shape;228;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238" name="Google Shape;238;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293" name="Google Shape;293;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346" name="Google Shape;346;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32"/>
          <p:cNvSpPr txBox="1"/>
          <p:nvPr>
            <p:ph idx="10" type="dt"/>
          </p:nvPr>
        </p:nvSpPr>
        <p:spPr>
          <a:xfrm>
            <a:off x="628650" y="6565263"/>
            <a:ext cx="2057400" cy="365125"/>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rgbClr val="C00000"/>
              </a:buClr>
              <a:buSzPts val="1400"/>
              <a:buFont typeface="Lato"/>
              <a:buNone/>
              <a:defRPr b="1" i="0" sz="1200" u="none" cap="none" strike="noStrike">
                <a:solidFill>
                  <a:srgbClr val="C00000"/>
                </a:solidFill>
                <a:latin typeface="Lato"/>
                <a:ea typeface="Lato"/>
                <a:cs typeface="Lato"/>
                <a:sym typeface="Lato"/>
              </a:defRPr>
            </a:lvl1pPr>
            <a:lvl2pPr lvl="1"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19" name="Google Shape;19;p32"/>
          <p:cNvSpPr txBox="1"/>
          <p:nvPr>
            <p:ph idx="11" type="ftr"/>
          </p:nvPr>
        </p:nvSpPr>
        <p:spPr>
          <a:xfrm>
            <a:off x="3028950" y="6565263"/>
            <a:ext cx="3086100" cy="365125"/>
          </a:xfrm>
          <a:prstGeom prst="rect">
            <a:avLst/>
          </a:prstGeom>
          <a:noFill/>
          <a:ln>
            <a:noFill/>
          </a:ln>
        </p:spPr>
        <p:txBody>
          <a:bodyPr anchorCtr="0" anchor="t" bIns="45700" lIns="91425" spcFirstLastPara="1" rIns="91425" wrap="square" tIns="45700">
            <a:noAutofit/>
          </a:bodyPr>
          <a:lstStyle>
            <a:lvl1pPr lvl="0" marR="0" algn="ctr">
              <a:spcBef>
                <a:spcPts val="0"/>
              </a:spcBef>
              <a:spcAft>
                <a:spcPts val="0"/>
              </a:spcAft>
              <a:buClr>
                <a:srgbClr val="C00000"/>
              </a:buClr>
              <a:buSzPts val="1400"/>
              <a:buFont typeface="Lato"/>
              <a:buNone/>
              <a:defRPr b="1" i="0" sz="1200" u="none" cap="none" strike="noStrike">
                <a:solidFill>
                  <a:srgbClr val="C00000"/>
                </a:solidFill>
                <a:latin typeface="Lato"/>
                <a:ea typeface="Lato"/>
                <a:cs typeface="Lato"/>
                <a:sym typeface="Lato"/>
              </a:defRPr>
            </a:lvl1pPr>
            <a:lvl2pPr lvl="1"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0" name="Google Shape;20;p32"/>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lvl1pPr indent="0" lvl="0"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1pPr>
            <a:lvl2pPr indent="0" lvl="1"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2pPr>
            <a:lvl3pPr indent="0" lvl="2"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3pPr>
            <a:lvl4pPr indent="0" lvl="3"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4pPr>
            <a:lvl5pPr indent="0" lvl="4"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5pPr>
            <a:lvl6pPr indent="0" lvl="5"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6pPr>
            <a:lvl7pPr indent="0" lvl="6"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7pPr>
            <a:lvl8pPr indent="0" lvl="7"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8pPr>
            <a:lvl9pPr indent="0" lvl="8"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32"/>
          <p:cNvSpPr txBox="1"/>
          <p:nvPr>
            <p:ph type="title"/>
          </p:nvPr>
        </p:nvSpPr>
        <p:spPr>
          <a:xfrm>
            <a:off x="235077" y="78619"/>
            <a:ext cx="8673846" cy="451739"/>
          </a:xfrm>
          <a:prstGeom prst="rect">
            <a:avLst/>
          </a:prstGeom>
          <a:noFill/>
          <a:ln>
            <a:noFill/>
          </a:ln>
        </p:spPr>
        <p:txBody>
          <a:bodyPr anchorCtr="0" anchor="t" bIns="45700" lIns="91425" spcFirstLastPara="1" rIns="91425" wrap="square" tIns="45700">
            <a:noAutofit/>
          </a:bodyPr>
          <a:lstStyle>
            <a:lvl1pPr lvl="0" marR="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32"/>
          <p:cNvSpPr txBox="1"/>
          <p:nvPr>
            <p:ph idx="1" type="body"/>
          </p:nvPr>
        </p:nvSpPr>
        <p:spPr>
          <a:xfrm>
            <a:off x="235077" y="841253"/>
            <a:ext cx="8674100" cy="5303393"/>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p:cSld name="1_Content with Caption">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33"/>
          <p:cNvSpPr txBox="1"/>
          <p:nvPr>
            <p:ph idx="10" type="dt"/>
          </p:nvPr>
        </p:nvSpPr>
        <p:spPr>
          <a:xfrm>
            <a:off x="628650" y="6565263"/>
            <a:ext cx="2057400" cy="365125"/>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rgbClr val="F2F2F2"/>
              </a:buClr>
              <a:buSzPts val="1400"/>
              <a:buFont typeface="Lato"/>
              <a:buNone/>
              <a:defRPr b="1" i="0" sz="1200" u="none" cap="none" strike="noStrike">
                <a:solidFill>
                  <a:srgbClr val="F2F2F2"/>
                </a:solidFill>
                <a:latin typeface="Lato"/>
                <a:ea typeface="Lato"/>
                <a:cs typeface="Lato"/>
                <a:sym typeface="Lato"/>
              </a:defRPr>
            </a:lvl1pPr>
            <a:lvl2pPr lvl="1"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5" name="Google Shape;25;p33"/>
          <p:cNvSpPr txBox="1"/>
          <p:nvPr>
            <p:ph idx="11" type="ftr"/>
          </p:nvPr>
        </p:nvSpPr>
        <p:spPr>
          <a:xfrm>
            <a:off x="3028950" y="6565263"/>
            <a:ext cx="3086100" cy="365125"/>
          </a:xfrm>
          <a:prstGeom prst="rect">
            <a:avLst/>
          </a:prstGeom>
          <a:noFill/>
          <a:ln>
            <a:noFill/>
          </a:ln>
        </p:spPr>
        <p:txBody>
          <a:bodyPr anchorCtr="0" anchor="t" bIns="45700" lIns="91425" spcFirstLastPara="1" rIns="91425" wrap="square" tIns="45700">
            <a:noAutofit/>
          </a:bodyPr>
          <a:lstStyle>
            <a:lvl1pPr lvl="0" marR="0" algn="ctr">
              <a:spcBef>
                <a:spcPts val="0"/>
              </a:spcBef>
              <a:spcAft>
                <a:spcPts val="0"/>
              </a:spcAft>
              <a:buClr>
                <a:srgbClr val="C00000"/>
              </a:buClr>
              <a:buSzPts val="1400"/>
              <a:buFont typeface="Lato"/>
              <a:buNone/>
              <a:defRPr b="1" i="0" sz="1200" u="none" cap="none" strike="noStrike">
                <a:solidFill>
                  <a:srgbClr val="C00000"/>
                </a:solidFill>
                <a:latin typeface="Lato"/>
                <a:ea typeface="Lato"/>
                <a:cs typeface="Lato"/>
                <a:sym typeface="Lato"/>
              </a:defRPr>
            </a:lvl1pPr>
            <a:lvl2pPr lvl="1"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6" name="Google Shape;26;p33"/>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lvl1pPr indent="0" lvl="0"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1pPr>
            <a:lvl2pPr indent="0" lvl="1"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2pPr>
            <a:lvl3pPr indent="0" lvl="2"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3pPr>
            <a:lvl4pPr indent="0" lvl="3"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4pPr>
            <a:lvl5pPr indent="0" lvl="4"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5pPr>
            <a:lvl6pPr indent="0" lvl="5"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6pPr>
            <a:lvl7pPr indent="0" lvl="6"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7pPr>
            <a:lvl8pPr indent="0" lvl="7"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8pPr>
            <a:lvl9pPr indent="0" lvl="8" marL="0" marR="0" algn="r">
              <a:spcBef>
                <a:spcPts val="0"/>
              </a:spcBef>
              <a:buClr>
                <a:srgbClr val="C00000"/>
              </a:buClr>
              <a:buSzPts val="1200"/>
              <a:buFont typeface="Lato"/>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34"/>
          <p:cNvSpPr txBox="1"/>
          <p:nvPr>
            <p:ph idx="10" type="dt"/>
          </p:nvPr>
        </p:nvSpPr>
        <p:spPr>
          <a:xfrm>
            <a:off x="628650" y="6565259"/>
            <a:ext cx="2057400" cy="365125"/>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rgbClr val="C00000"/>
              </a:buClr>
              <a:buSzPts val="1400"/>
              <a:buFont typeface="Lato"/>
              <a:buNone/>
              <a:defRPr b="1" i="0" sz="900" u="none" cap="none" strike="noStrike">
                <a:solidFill>
                  <a:srgbClr val="C00000"/>
                </a:solidFill>
                <a:latin typeface="Lato"/>
                <a:ea typeface="Lato"/>
                <a:cs typeface="Lato"/>
                <a:sym typeface="Lato"/>
              </a:defRPr>
            </a:lvl1pPr>
            <a:lvl2pPr lvl="1"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2pPr>
            <a:lvl3pPr lvl="2"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3pPr>
            <a:lvl4pPr lvl="3"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4pPr>
            <a:lvl5pPr lvl="4"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5pPr>
            <a:lvl6pPr lvl="5"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6pPr>
            <a:lvl7pPr lvl="6"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7pPr>
            <a:lvl8pPr lvl="7"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8pPr>
            <a:lvl9pPr lvl="8"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9pPr>
          </a:lstStyle>
          <a:p/>
        </p:txBody>
      </p:sp>
      <p:sp>
        <p:nvSpPr>
          <p:cNvPr id="29" name="Google Shape;29;p34"/>
          <p:cNvSpPr txBox="1"/>
          <p:nvPr>
            <p:ph idx="11" type="ftr"/>
          </p:nvPr>
        </p:nvSpPr>
        <p:spPr>
          <a:xfrm>
            <a:off x="3028950" y="6565259"/>
            <a:ext cx="3086100" cy="365125"/>
          </a:xfrm>
          <a:prstGeom prst="rect">
            <a:avLst/>
          </a:prstGeom>
          <a:noFill/>
          <a:ln>
            <a:noFill/>
          </a:ln>
        </p:spPr>
        <p:txBody>
          <a:bodyPr anchorCtr="0" anchor="t" bIns="45700" lIns="91425" spcFirstLastPara="1" rIns="91425" wrap="square" tIns="45700">
            <a:noAutofit/>
          </a:bodyPr>
          <a:lstStyle>
            <a:lvl1pPr lvl="0" marR="0" algn="ctr">
              <a:spcBef>
                <a:spcPts val="0"/>
              </a:spcBef>
              <a:spcAft>
                <a:spcPts val="0"/>
              </a:spcAft>
              <a:buClr>
                <a:srgbClr val="C00000"/>
              </a:buClr>
              <a:buSzPts val="1400"/>
              <a:buFont typeface="Lato"/>
              <a:buNone/>
              <a:defRPr b="1" i="0" sz="900" u="none" cap="none" strike="noStrike">
                <a:solidFill>
                  <a:srgbClr val="C00000"/>
                </a:solidFill>
                <a:latin typeface="Lato"/>
                <a:ea typeface="Lato"/>
                <a:cs typeface="Lato"/>
                <a:sym typeface="Lato"/>
              </a:defRPr>
            </a:lvl1pPr>
            <a:lvl2pPr lvl="1"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2pPr>
            <a:lvl3pPr lvl="2"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3pPr>
            <a:lvl4pPr lvl="3"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4pPr>
            <a:lvl5pPr lvl="4"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5pPr>
            <a:lvl6pPr lvl="5"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6pPr>
            <a:lvl7pPr lvl="6"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7pPr>
            <a:lvl8pPr lvl="7"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8pPr>
            <a:lvl9pPr lvl="8"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9pPr>
          </a:lstStyle>
          <a:p/>
        </p:txBody>
      </p:sp>
      <p:sp>
        <p:nvSpPr>
          <p:cNvPr id="30" name="Google Shape;30;p34"/>
          <p:cNvSpPr txBox="1"/>
          <p:nvPr>
            <p:ph idx="12" type="sldNum"/>
          </p:nvPr>
        </p:nvSpPr>
        <p:spPr>
          <a:xfrm>
            <a:off x="6867383" y="6572128"/>
            <a:ext cx="2057400" cy="365125"/>
          </a:xfrm>
          <a:prstGeom prst="rect">
            <a:avLst/>
          </a:prstGeom>
          <a:noFill/>
          <a:ln>
            <a:noFill/>
          </a:ln>
        </p:spPr>
        <p:txBody>
          <a:bodyPr anchorCtr="0" anchor="t" bIns="45700" lIns="91425" spcFirstLastPara="1" rIns="91425" wrap="square" tIns="45700">
            <a:noAutofit/>
          </a:bodyPr>
          <a:lstStyle>
            <a:lvl1pPr indent="0" lvl="0"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1pPr>
            <a:lvl2pPr indent="0" lvl="1"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2pPr>
            <a:lvl3pPr indent="0" lvl="2"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3pPr>
            <a:lvl4pPr indent="0" lvl="3"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4pPr>
            <a:lvl5pPr indent="0" lvl="4"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5pPr>
            <a:lvl6pPr indent="0" lvl="5"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6pPr>
            <a:lvl7pPr indent="0" lvl="6"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7pPr>
            <a:lvl8pPr indent="0" lvl="7"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8pPr>
            <a:lvl9pPr indent="0" lvl="8"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34"/>
          <p:cNvSpPr txBox="1"/>
          <p:nvPr>
            <p:ph idx="1" type="body"/>
          </p:nvPr>
        </p:nvSpPr>
        <p:spPr>
          <a:xfrm>
            <a:off x="528828" y="1423289"/>
            <a:ext cx="3886200" cy="4351338"/>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750"/>
              </a:spcBef>
              <a:spcAft>
                <a:spcPts val="0"/>
              </a:spcAft>
              <a:buClr>
                <a:schemeClr val="dk1"/>
              </a:buClr>
              <a:buSzPts val="2800"/>
              <a:buFont typeface="Arial"/>
              <a:buChar char="•"/>
              <a:defRPr b="0" i="0" sz="2100" u="none" cap="none" strike="noStrike">
                <a:solidFill>
                  <a:schemeClr val="dk1"/>
                </a:solidFill>
                <a:latin typeface="Lato"/>
                <a:ea typeface="Lato"/>
                <a:cs typeface="Lato"/>
                <a:sym typeface="Lato"/>
              </a:defRPr>
            </a:lvl1pPr>
            <a:lvl2pPr indent="-381000" lvl="1" marL="914400" marR="0" algn="l">
              <a:lnSpc>
                <a:spcPct val="90000"/>
              </a:lnSpc>
              <a:spcBef>
                <a:spcPts val="375"/>
              </a:spcBef>
              <a:spcAft>
                <a:spcPts val="0"/>
              </a:spcAft>
              <a:buClr>
                <a:schemeClr val="dk1"/>
              </a:buClr>
              <a:buSzPts val="2400"/>
              <a:buFont typeface="Arial"/>
              <a:buChar char="•"/>
              <a:defRPr b="0" i="0" sz="1800" u="none" cap="none" strike="noStrike">
                <a:solidFill>
                  <a:schemeClr val="dk1"/>
                </a:solidFill>
                <a:latin typeface="Lato"/>
                <a:ea typeface="Lato"/>
                <a:cs typeface="Lato"/>
                <a:sym typeface="Lato"/>
              </a:defRPr>
            </a:lvl2pPr>
            <a:lvl3pPr indent="-355600" lvl="2" marL="1371600" marR="0" algn="l">
              <a:lnSpc>
                <a:spcPct val="90000"/>
              </a:lnSpc>
              <a:spcBef>
                <a:spcPts val="375"/>
              </a:spcBef>
              <a:spcAft>
                <a:spcPts val="0"/>
              </a:spcAft>
              <a:buClr>
                <a:schemeClr val="dk1"/>
              </a:buClr>
              <a:buSzPts val="2000"/>
              <a:buFont typeface="Arial"/>
              <a:buChar char="•"/>
              <a:defRPr b="0" i="0" sz="1500" u="none" cap="none" strike="noStrike">
                <a:solidFill>
                  <a:schemeClr val="dk1"/>
                </a:solidFill>
                <a:latin typeface="Lato"/>
                <a:ea typeface="Lato"/>
                <a:cs typeface="Lato"/>
                <a:sym typeface="Lato"/>
              </a:defRPr>
            </a:lvl3pPr>
            <a:lvl4pPr indent="-342900" lvl="3" marL="1828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Lato"/>
                <a:ea typeface="Lato"/>
                <a:cs typeface="Lato"/>
                <a:sym typeface="Lato"/>
              </a:defRPr>
            </a:lvl4pPr>
            <a:lvl5pPr indent="-342900" lvl="4" marL="22860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Lato"/>
                <a:ea typeface="Lato"/>
                <a:cs typeface="Lato"/>
                <a:sym typeface="Lato"/>
              </a:defRPr>
            </a:lvl5pPr>
            <a:lvl6pPr indent="-342900" lvl="5" marL="27432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6pPr>
            <a:lvl7pPr indent="-342900" lvl="6" marL="32004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7pPr>
            <a:lvl8pPr indent="-342900" lvl="7" marL="36576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8pPr>
            <a:lvl9pPr indent="-342900" lvl="8" marL="4114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9pPr>
          </a:lstStyle>
          <a:p/>
        </p:txBody>
      </p:sp>
      <p:sp>
        <p:nvSpPr>
          <p:cNvPr id="32" name="Google Shape;32;p34"/>
          <p:cNvSpPr txBox="1"/>
          <p:nvPr>
            <p:ph idx="2" type="body"/>
          </p:nvPr>
        </p:nvSpPr>
        <p:spPr>
          <a:xfrm>
            <a:off x="4572000" y="1423289"/>
            <a:ext cx="3886200" cy="4351338"/>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750"/>
              </a:spcBef>
              <a:spcAft>
                <a:spcPts val="0"/>
              </a:spcAft>
              <a:buClr>
                <a:schemeClr val="dk1"/>
              </a:buClr>
              <a:buSzPts val="2800"/>
              <a:buFont typeface="Arial"/>
              <a:buChar char="•"/>
              <a:defRPr b="0" i="0" sz="2100" u="none" cap="none" strike="noStrike">
                <a:solidFill>
                  <a:schemeClr val="dk1"/>
                </a:solidFill>
                <a:latin typeface="Lato"/>
                <a:ea typeface="Lato"/>
                <a:cs typeface="Lato"/>
                <a:sym typeface="Lato"/>
              </a:defRPr>
            </a:lvl1pPr>
            <a:lvl2pPr indent="-381000" lvl="1" marL="914400" marR="0" algn="l">
              <a:lnSpc>
                <a:spcPct val="90000"/>
              </a:lnSpc>
              <a:spcBef>
                <a:spcPts val="375"/>
              </a:spcBef>
              <a:spcAft>
                <a:spcPts val="0"/>
              </a:spcAft>
              <a:buClr>
                <a:schemeClr val="dk1"/>
              </a:buClr>
              <a:buSzPts val="2400"/>
              <a:buFont typeface="Arial"/>
              <a:buChar char="•"/>
              <a:defRPr b="0" i="0" sz="1800" u="none" cap="none" strike="noStrike">
                <a:solidFill>
                  <a:schemeClr val="dk1"/>
                </a:solidFill>
                <a:latin typeface="Lato"/>
                <a:ea typeface="Lato"/>
                <a:cs typeface="Lato"/>
                <a:sym typeface="Lato"/>
              </a:defRPr>
            </a:lvl2pPr>
            <a:lvl3pPr indent="-355600" lvl="2" marL="1371600" marR="0" algn="l">
              <a:lnSpc>
                <a:spcPct val="90000"/>
              </a:lnSpc>
              <a:spcBef>
                <a:spcPts val="375"/>
              </a:spcBef>
              <a:spcAft>
                <a:spcPts val="0"/>
              </a:spcAft>
              <a:buClr>
                <a:schemeClr val="dk1"/>
              </a:buClr>
              <a:buSzPts val="2000"/>
              <a:buFont typeface="Arial"/>
              <a:buChar char="•"/>
              <a:defRPr b="0" i="0" sz="1500" u="none" cap="none" strike="noStrike">
                <a:solidFill>
                  <a:schemeClr val="dk1"/>
                </a:solidFill>
                <a:latin typeface="Lato"/>
                <a:ea typeface="Lato"/>
                <a:cs typeface="Lato"/>
                <a:sym typeface="Lato"/>
              </a:defRPr>
            </a:lvl3pPr>
            <a:lvl4pPr indent="-342900" lvl="3" marL="1828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Lato"/>
                <a:ea typeface="Lato"/>
                <a:cs typeface="Lato"/>
                <a:sym typeface="Lato"/>
              </a:defRPr>
            </a:lvl4pPr>
            <a:lvl5pPr indent="-342900" lvl="4" marL="22860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Lato"/>
                <a:ea typeface="Lato"/>
                <a:cs typeface="Lato"/>
                <a:sym typeface="Lato"/>
              </a:defRPr>
            </a:lvl5pPr>
            <a:lvl6pPr indent="-342900" lvl="5" marL="27432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6pPr>
            <a:lvl7pPr indent="-342900" lvl="6" marL="32004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7pPr>
            <a:lvl8pPr indent="-342900" lvl="7" marL="36576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8pPr>
            <a:lvl9pPr indent="-342900" lvl="8" marL="4114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9pPr>
          </a:lstStyle>
          <a:p/>
        </p:txBody>
      </p:sp>
      <p:sp>
        <p:nvSpPr>
          <p:cNvPr id="33" name="Google Shape;33;p34"/>
          <p:cNvSpPr txBox="1"/>
          <p:nvPr>
            <p:ph type="title"/>
          </p:nvPr>
        </p:nvSpPr>
        <p:spPr>
          <a:xfrm>
            <a:off x="235077" y="78615"/>
            <a:ext cx="8673846" cy="451739"/>
          </a:xfrm>
          <a:prstGeom prst="rect">
            <a:avLst/>
          </a:prstGeom>
          <a:noFill/>
          <a:ln>
            <a:noFill/>
          </a:ln>
        </p:spPr>
        <p:txBody>
          <a:bodyPr anchorCtr="0" anchor="t" bIns="45700" lIns="91425" spcFirstLastPara="1" rIns="91425" wrap="square" tIns="45700">
            <a:noAutofit/>
          </a:bodyPr>
          <a:lstStyle>
            <a:lvl1pPr lvl="0" marR="0" algn="l">
              <a:lnSpc>
                <a:spcPct val="90000"/>
              </a:lnSpc>
              <a:spcBef>
                <a:spcPts val="0"/>
              </a:spcBef>
              <a:spcAft>
                <a:spcPts val="0"/>
              </a:spcAft>
              <a:buClr>
                <a:schemeClr val="lt1"/>
              </a:buClr>
              <a:buSzPts val="2800"/>
              <a:buFont typeface="Lato"/>
              <a:buNone/>
              <a:defRPr b="1" i="0" sz="2100" u="none" cap="none" strike="noStrike">
                <a:solidFill>
                  <a:schemeClr val="lt1"/>
                </a:solidFill>
                <a:latin typeface="Lato"/>
                <a:ea typeface="Lato"/>
                <a:cs typeface="Lato"/>
                <a:sym typeface="Lato"/>
              </a:defRPr>
            </a:lvl1pPr>
            <a:lvl2pPr lvl="1">
              <a:spcBef>
                <a:spcPts val="0"/>
              </a:spcBef>
              <a:spcAft>
                <a:spcPts val="0"/>
              </a:spcAft>
              <a:buSzPts val="1400"/>
              <a:buNone/>
              <a:defRPr sz="1350"/>
            </a:lvl2pPr>
            <a:lvl3pPr lvl="2">
              <a:spcBef>
                <a:spcPts val="0"/>
              </a:spcBef>
              <a:spcAft>
                <a:spcPts val="0"/>
              </a:spcAft>
              <a:buSzPts val="1400"/>
              <a:buNone/>
              <a:defRPr sz="1350"/>
            </a:lvl3pPr>
            <a:lvl4pPr lvl="3">
              <a:spcBef>
                <a:spcPts val="0"/>
              </a:spcBef>
              <a:spcAft>
                <a:spcPts val="0"/>
              </a:spcAft>
              <a:buSzPts val="1400"/>
              <a:buNone/>
              <a:defRPr sz="1350"/>
            </a:lvl4pPr>
            <a:lvl5pPr lvl="4">
              <a:spcBef>
                <a:spcPts val="0"/>
              </a:spcBef>
              <a:spcAft>
                <a:spcPts val="0"/>
              </a:spcAft>
              <a:buSzPts val="1400"/>
              <a:buNone/>
              <a:defRPr sz="1350"/>
            </a:lvl5pPr>
            <a:lvl6pPr lvl="5">
              <a:spcBef>
                <a:spcPts val="0"/>
              </a:spcBef>
              <a:spcAft>
                <a:spcPts val="0"/>
              </a:spcAft>
              <a:buSzPts val="1400"/>
              <a:buNone/>
              <a:defRPr sz="1350"/>
            </a:lvl6pPr>
            <a:lvl7pPr lvl="6">
              <a:spcBef>
                <a:spcPts val="0"/>
              </a:spcBef>
              <a:spcAft>
                <a:spcPts val="0"/>
              </a:spcAft>
              <a:buSzPts val="1400"/>
              <a:buNone/>
              <a:defRPr sz="1350"/>
            </a:lvl7pPr>
            <a:lvl8pPr lvl="7">
              <a:spcBef>
                <a:spcPts val="0"/>
              </a:spcBef>
              <a:spcAft>
                <a:spcPts val="0"/>
              </a:spcAft>
              <a:buSzPts val="1400"/>
              <a:buNone/>
              <a:defRPr sz="1350"/>
            </a:lvl8pPr>
            <a:lvl9pPr lvl="8">
              <a:spcBef>
                <a:spcPts val="0"/>
              </a:spcBef>
              <a:spcAft>
                <a:spcPts val="0"/>
              </a:spcAft>
              <a:buSzPts val="1400"/>
              <a:buNone/>
              <a:defRPr sz="135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blipFill>
          <a:blip r:embed="rId2">
            <a:alphaModFix/>
          </a:blip>
          <a:stretch>
            <a:fillRect/>
          </a:stretch>
        </a:blipFill>
      </p:bgPr>
    </p:bg>
    <p:spTree>
      <p:nvGrpSpPr>
        <p:cNvPr id="34" name="Shape 34"/>
        <p:cNvGrpSpPr/>
        <p:nvPr/>
      </p:nvGrpSpPr>
      <p:grpSpPr>
        <a:xfrm>
          <a:off x="0" y="0"/>
          <a:ext cx="0" cy="0"/>
          <a:chOff x="0" y="0"/>
          <a:chExt cx="0" cy="0"/>
        </a:xfrm>
      </p:grpSpPr>
      <p:sp>
        <p:nvSpPr>
          <p:cNvPr id="35" name="Google Shape;35;p35"/>
          <p:cNvSpPr txBox="1"/>
          <p:nvPr>
            <p:ph type="title"/>
          </p:nvPr>
        </p:nvSpPr>
        <p:spPr>
          <a:xfrm>
            <a:off x="3511295" y="224919"/>
            <a:ext cx="5397627" cy="451739"/>
          </a:xfrm>
          <a:prstGeom prst="rect">
            <a:avLst/>
          </a:prstGeom>
          <a:noFill/>
          <a:ln>
            <a:noFill/>
          </a:ln>
        </p:spPr>
        <p:txBody>
          <a:bodyPr anchorCtr="0" anchor="t" bIns="45700" lIns="91425" spcFirstLastPara="1" rIns="91425" wrap="square" tIns="45700">
            <a:noAutofit/>
          </a:bodyPr>
          <a:lstStyle>
            <a:lvl1pPr lvl="0" marR="0" algn="l">
              <a:lnSpc>
                <a:spcPct val="90000"/>
              </a:lnSpc>
              <a:spcBef>
                <a:spcPts val="0"/>
              </a:spcBef>
              <a:spcAft>
                <a:spcPts val="0"/>
              </a:spcAft>
              <a:buClr>
                <a:schemeClr val="dk1"/>
              </a:buClr>
              <a:buSzPts val="2800"/>
              <a:buFont typeface="Lato"/>
              <a:buNone/>
              <a:defRPr b="1" i="0" sz="2100" u="none" cap="none" strike="noStrike">
                <a:solidFill>
                  <a:schemeClr val="dk1"/>
                </a:solidFill>
                <a:latin typeface="Lato"/>
                <a:ea typeface="Lato"/>
                <a:cs typeface="Lato"/>
                <a:sym typeface="Lato"/>
              </a:defRPr>
            </a:lvl1pPr>
            <a:lvl2pPr lvl="1">
              <a:spcBef>
                <a:spcPts val="0"/>
              </a:spcBef>
              <a:spcAft>
                <a:spcPts val="0"/>
              </a:spcAft>
              <a:buSzPts val="1400"/>
              <a:buNone/>
              <a:defRPr sz="1350"/>
            </a:lvl2pPr>
            <a:lvl3pPr lvl="2">
              <a:spcBef>
                <a:spcPts val="0"/>
              </a:spcBef>
              <a:spcAft>
                <a:spcPts val="0"/>
              </a:spcAft>
              <a:buSzPts val="1400"/>
              <a:buNone/>
              <a:defRPr sz="1350"/>
            </a:lvl3pPr>
            <a:lvl4pPr lvl="3">
              <a:spcBef>
                <a:spcPts val="0"/>
              </a:spcBef>
              <a:spcAft>
                <a:spcPts val="0"/>
              </a:spcAft>
              <a:buSzPts val="1400"/>
              <a:buNone/>
              <a:defRPr sz="1350"/>
            </a:lvl4pPr>
            <a:lvl5pPr lvl="4">
              <a:spcBef>
                <a:spcPts val="0"/>
              </a:spcBef>
              <a:spcAft>
                <a:spcPts val="0"/>
              </a:spcAft>
              <a:buSzPts val="1400"/>
              <a:buNone/>
              <a:defRPr sz="1350"/>
            </a:lvl5pPr>
            <a:lvl6pPr lvl="5">
              <a:spcBef>
                <a:spcPts val="0"/>
              </a:spcBef>
              <a:spcAft>
                <a:spcPts val="0"/>
              </a:spcAft>
              <a:buSzPts val="1400"/>
              <a:buNone/>
              <a:defRPr sz="1350"/>
            </a:lvl6pPr>
            <a:lvl7pPr lvl="6">
              <a:spcBef>
                <a:spcPts val="0"/>
              </a:spcBef>
              <a:spcAft>
                <a:spcPts val="0"/>
              </a:spcAft>
              <a:buSzPts val="1400"/>
              <a:buNone/>
              <a:defRPr sz="1350"/>
            </a:lvl7pPr>
            <a:lvl8pPr lvl="7">
              <a:spcBef>
                <a:spcPts val="0"/>
              </a:spcBef>
              <a:spcAft>
                <a:spcPts val="0"/>
              </a:spcAft>
              <a:buSzPts val="1400"/>
              <a:buNone/>
              <a:defRPr sz="1350"/>
            </a:lvl8pPr>
            <a:lvl9pPr lvl="8">
              <a:spcBef>
                <a:spcPts val="0"/>
              </a:spcBef>
              <a:spcAft>
                <a:spcPts val="0"/>
              </a:spcAft>
              <a:buSzPts val="1400"/>
              <a:buNone/>
              <a:defRPr sz="1350"/>
            </a:lvl9pPr>
          </a:lstStyle>
          <a:p/>
        </p:txBody>
      </p:sp>
      <p:sp>
        <p:nvSpPr>
          <p:cNvPr id="36" name="Google Shape;36;p35"/>
          <p:cNvSpPr txBox="1"/>
          <p:nvPr>
            <p:ph idx="1" type="body"/>
          </p:nvPr>
        </p:nvSpPr>
        <p:spPr>
          <a:xfrm>
            <a:off x="3524251" y="1011238"/>
            <a:ext cx="5384672" cy="5529262"/>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750"/>
              </a:spcBef>
              <a:spcAft>
                <a:spcPts val="0"/>
              </a:spcAft>
              <a:buClr>
                <a:schemeClr val="dk1"/>
              </a:buClr>
              <a:buSzPts val="2800"/>
              <a:buFont typeface="Arial"/>
              <a:buChar char="•"/>
              <a:defRPr b="0" i="0" sz="2100" u="none" cap="none" strike="noStrike">
                <a:solidFill>
                  <a:schemeClr val="dk1"/>
                </a:solidFill>
                <a:latin typeface="Lato"/>
                <a:ea typeface="Lato"/>
                <a:cs typeface="Lato"/>
                <a:sym typeface="Lato"/>
              </a:defRPr>
            </a:lvl1pPr>
            <a:lvl2pPr indent="-381000" lvl="1" marL="914400" marR="0" algn="l">
              <a:lnSpc>
                <a:spcPct val="90000"/>
              </a:lnSpc>
              <a:spcBef>
                <a:spcPts val="375"/>
              </a:spcBef>
              <a:spcAft>
                <a:spcPts val="0"/>
              </a:spcAft>
              <a:buClr>
                <a:schemeClr val="dk1"/>
              </a:buClr>
              <a:buSzPts val="2400"/>
              <a:buFont typeface="Arial"/>
              <a:buChar char="•"/>
              <a:defRPr b="0" i="0" sz="1800" u="none" cap="none" strike="noStrike">
                <a:solidFill>
                  <a:schemeClr val="dk1"/>
                </a:solidFill>
                <a:latin typeface="Lato"/>
                <a:ea typeface="Lato"/>
                <a:cs typeface="Lato"/>
                <a:sym typeface="Lato"/>
              </a:defRPr>
            </a:lvl2pPr>
            <a:lvl3pPr indent="-355600" lvl="2" marL="1371600" marR="0" algn="l">
              <a:lnSpc>
                <a:spcPct val="90000"/>
              </a:lnSpc>
              <a:spcBef>
                <a:spcPts val="375"/>
              </a:spcBef>
              <a:spcAft>
                <a:spcPts val="0"/>
              </a:spcAft>
              <a:buClr>
                <a:schemeClr val="dk1"/>
              </a:buClr>
              <a:buSzPts val="2000"/>
              <a:buFont typeface="Arial"/>
              <a:buChar char="•"/>
              <a:defRPr b="0" i="0" sz="1500" u="none" cap="none" strike="noStrike">
                <a:solidFill>
                  <a:schemeClr val="dk1"/>
                </a:solidFill>
                <a:latin typeface="Lato"/>
                <a:ea typeface="Lato"/>
                <a:cs typeface="Lato"/>
                <a:sym typeface="Lato"/>
              </a:defRPr>
            </a:lvl3pPr>
            <a:lvl4pPr indent="-342900" lvl="3" marL="1828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Lato"/>
                <a:ea typeface="Lato"/>
                <a:cs typeface="Lato"/>
                <a:sym typeface="Lato"/>
              </a:defRPr>
            </a:lvl4pPr>
            <a:lvl5pPr indent="-342900" lvl="4" marL="22860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Lato"/>
                <a:ea typeface="Lato"/>
                <a:cs typeface="Lato"/>
                <a:sym typeface="Lato"/>
              </a:defRPr>
            </a:lvl5pPr>
            <a:lvl6pPr indent="-342900" lvl="5" marL="27432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6pPr>
            <a:lvl7pPr indent="-342900" lvl="6" marL="32004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7pPr>
            <a:lvl8pPr indent="-342900" lvl="7" marL="36576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8pPr>
            <a:lvl9pPr indent="-342900" lvl="8" marL="4114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alibri"/>
                <a:ea typeface="Calibri"/>
                <a:cs typeface="Calibri"/>
                <a:sym typeface="Calibri"/>
              </a:defRPr>
            </a:lvl9pPr>
          </a:lstStyle>
          <a:p/>
        </p:txBody>
      </p:sp>
      <p:sp>
        <p:nvSpPr>
          <p:cNvPr id="37" name="Google Shape;37;p35"/>
          <p:cNvSpPr txBox="1"/>
          <p:nvPr>
            <p:ph idx="10" type="dt"/>
          </p:nvPr>
        </p:nvSpPr>
        <p:spPr>
          <a:xfrm>
            <a:off x="628650" y="6565259"/>
            <a:ext cx="2057400" cy="365125"/>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rgbClr val="F2F2F2"/>
              </a:buClr>
              <a:buSzPts val="1400"/>
              <a:buFont typeface="Lato"/>
              <a:buNone/>
              <a:defRPr b="1" i="0" sz="900" u="none" cap="none" strike="noStrike">
                <a:solidFill>
                  <a:srgbClr val="F2F2F2"/>
                </a:solidFill>
                <a:latin typeface="Lato"/>
                <a:ea typeface="Lato"/>
                <a:cs typeface="Lato"/>
                <a:sym typeface="Lato"/>
              </a:defRPr>
            </a:lvl1pPr>
            <a:lvl2pPr lvl="1"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2pPr>
            <a:lvl3pPr lvl="2"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3pPr>
            <a:lvl4pPr lvl="3"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4pPr>
            <a:lvl5pPr lvl="4"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5pPr>
            <a:lvl6pPr lvl="5"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6pPr>
            <a:lvl7pPr lvl="6"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7pPr>
            <a:lvl8pPr lvl="7"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8pPr>
            <a:lvl9pPr lvl="8"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9pPr>
          </a:lstStyle>
          <a:p/>
        </p:txBody>
      </p:sp>
      <p:sp>
        <p:nvSpPr>
          <p:cNvPr id="38" name="Google Shape;38;p35"/>
          <p:cNvSpPr txBox="1"/>
          <p:nvPr>
            <p:ph idx="11" type="ftr"/>
          </p:nvPr>
        </p:nvSpPr>
        <p:spPr>
          <a:xfrm>
            <a:off x="3028950" y="6565259"/>
            <a:ext cx="3086100" cy="365125"/>
          </a:xfrm>
          <a:prstGeom prst="rect">
            <a:avLst/>
          </a:prstGeom>
          <a:noFill/>
          <a:ln>
            <a:noFill/>
          </a:ln>
        </p:spPr>
        <p:txBody>
          <a:bodyPr anchorCtr="0" anchor="t" bIns="45700" lIns="91425" spcFirstLastPara="1" rIns="91425" wrap="square" tIns="45700">
            <a:noAutofit/>
          </a:bodyPr>
          <a:lstStyle>
            <a:lvl1pPr lvl="0" marR="0" algn="ctr">
              <a:spcBef>
                <a:spcPts val="0"/>
              </a:spcBef>
              <a:spcAft>
                <a:spcPts val="0"/>
              </a:spcAft>
              <a:buClr>
                <a:srgbClr val="C00000"/>
              </a:buClr>
              <a:buSzPts val="1400"/>
              <a:buFont typeface="Lato"/>
              <a:buNone/>
              <a:defRPr b="1" i="0" sz="900" u="none" cap="none" strike="noStrike">
                <a:solidFill>
                  <a:srgbClr val="C00000"/>
                </a:solidFill>
                <a:latin typeface="Lato"/>
                <a:ea typeface="Lato"/>
                <a:cs typeface="Lato"/>
                <a:sym typeface="Lato"/>
              </a:defRPr>
            </a:lvl1pPr>
            <a:lvl2pPr lvl="1"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2pPr>
            <a:lvl3pPr lvl="2"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3pPr>
            <a:lvl4pPr lvl="3"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4pPr>
            <a:lvl5pPr lvl="4"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5pPr>
            <a:lvl6pPr lvl="5"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6pPr>
            <a:lvl7pPr lvl="6"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7pPr>
            <a:lvl8pPr lvl="7"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8pPr>
            <a:lvl9pPr lvl="8" marR="0" algn="l">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9pPr>
          </a:lstStyle>
          <a:p/>
        </p:txBody>
      </p:sp>
      <p:sp>
        <p:nvSpPr>
          <p:cNvPr id="39" name="Google Shape;39;p35"/>
          <p:cNvSpPr txBox="1"/>
          <p:nvPr>
            <p:ph idx="12" type="sldNum"/>
          </p:nvPr>
        </p:nvSpPr>
        <p:spPr>
          <a:xfrm>
            <a:off x="6867383" y="6572128"/>
            <a:ext cx="2057400" cy="365125"/>
          </a:xfrm>
          <a:prstGeom prst="rect">
            <a:avLst/>
          </a:prstGeom>
          <a:noFill/>
          <a:ln>
            <a:noFill/>
          </a:ln>
        </p:spPr>
        <p:txBody>
          <a:bodyPr anchorCtr="0" anchor="t" bIns="45700" lIns="91425" spcFirstLastPara="1" rIns="91425" wrap="square" tIns="45700">
            <a:noAutofit/>
          </a:bodyPr>
          <a:lstStyle>
            <a:lvl1pPr indent="0" lvl="0"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1pPr>
            <a:lvl2pPr indent="0" lvl="1"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2pPr>
            <a:lvl3pPr indent="0" lvl="2"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3pPr>
            <a:lvl4pPr indent="0" lvl="3"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4pPr>
            <a:lvl5pPr indent="0" lvl="4"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5pPr>
            <a:lvl6pPr indent="0" lvl="5"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6pPr>
            <a:lvl7pPr indent="0" lvl="6"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7pPr>
            <a:lvl8pPr indent="0" lvl="7"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8pPr>
            <a:lvl9pPr indent="0" lvl="8" marL="0" marR="0" algn="r">
              <a:spcBef>
                <a:spcPts val="0"/>
              </a:spcBef>
              <a:buClr>
                <a:srgbClr val="C00000"/>
              </a:buClr>
              <a:buSzPts val="900"/>
              <a:buFont typeface="Lato"/>
              <a:buNone/>
              <a:defRPr b="1" i="0" sz="9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ề Bản chiếu" type="title">
  <p:cSld name="TITLE">
    <p:spTree>
      <p:nvGrpSpPr>
        <p:cNvPr id="40" name="Shape 40"/>
        <p:cNvGrpSpPr/>
        <p:nvPr/>
      </p:nvGrpSpPr>
      <p:grpSpPr>
        <a:xfrm>
          <a:off x="0" y="0"/>
          <a:ext cx="0" cy="0"/>
          <a:chOff x="0" y="0"/>
          <a:chExt cx="0" cy="0"/>
        </a:xfrm>
      </p:grpSpPr>
      <p:sp>
        <p:nvSpPr>
          <p:cNvPr id="41" name="Google Shape;41;p36"/>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3" name="Google Shape;43;p36"/>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6"/>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6"/>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ề và Nội dung" type="obj">
  <p:cSld name="OBJECT">
    <p:spTree>
      <p:nvGrpSpPr>
        <p:cNvPr id="46" name="Shape 46"/>
        <p:cNvGrpSpPr/>
        <p:nvPr/>
      </p:nvGrpSpPr>
      <p:grpSpPr>
        <a:xfrm>
          <a:off x="0" y="0"/>
          <a:ext cx="0" cy="0"/>
          <a:chOff x="0" y="0"/>
          <a:chExt cx="0" cy="0"/>
        </a:xfrm>
      </p:grpSpPr>
      <p:sp>
        <p:nvSpPr>
          <p:cNvPr id="47" name="Google Shape;47;p37"/>
          <p:cNvSpPr txBox="1"/>
          <p:nvPr>
            <p:ph type="title"/>
          </p:nvPr>
        </p:nvSpPr>
        <p:spPr>
          <a:xfrm>
            <a:off x="628650" y="365129"/>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3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7"/>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7"/>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7"/>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Đầu trang của Phần" type="secHead">
  <p:cSld name="SECTION_HEADER">
    <p:spTree>
      <p:nvGrpSpPr>
        <p:cNvPr id="52" name="Shape 52"/>
        <p:cNvGrpSpPr/>
        <p:nvPr/>
      </p:nvGrpSpPr>
      <p:grpSpPr>
        <a:xfrm>
          <a:off x="0" y="0"/>
          <a:ext cx="0" cy="0"/>
          <a:chOff x="0" y="0"/>
          <a:chExt cx="0" cy="0"/>
        </a:xfrm>
      </p:grpSpPr>
      <p:sp>
        <p:nvSpPr>
          <p:cNvPr id="53" name="Google Shape;53;p38"/>
          <p:cNvSpPr txBox="1"/>
          <p:nvPr>
            <p:ph type="title"/>
          </p:nvPr>
        </p:nvSpPr>
        <p:spPr>
          <a:xfrm>
            <a:off x="623888" y="1709743"/>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8"/>
          <p:cNvSpPr txBox="1"/>
          <p:nvPr>
            <p:ph idx="1" type="body"/>
          </p:nvPr>
        </p:nvSpPr>
        <p:spPr>
          <a:xfrm>
            <a:off x="623888" y="4589468"/>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5" name="Google Shape;55;p38"/>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8"/>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8"/>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i Nội dung" type="twoObj">
  <p:cSld name="TWO_OBJECTS">
    <p:spTree>
      <p:nvGrpSpPr>
        <p:cNvPr id="58" name="Shape 58"/>
        <p:cNvGrpSpPr/>
        <p:nvPr/>
      </p:nvGrpSpPr>
      <p:grpSpPr>
        <a:xfrm>
          <a:off x="0" y="0"/>
          <a:ext cx="0" cy="0"/>
          <a:chOff x="0" y="0"/>
          <a:chExt cx="0" cy="0"/>
        </a:xfrm>
      </p:grpSpPr>
      <p:sp>
        <p:nvSpPr>
          <p:cNvPr id="59" name="Google Shape;59;p39"/>
          <p:cNvSpPr txBox="1"/>
          <p:nvPr>
            <p:ph type="title"/>
          </p:nvPr>
        </p:nvSpPr>
        <p:spPr>
          <a:xfrm>
            <a:off x="628650" y="365129"/>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9"/>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39"/>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39"/>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9"/>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ép so sánh" type="twoTxTwoObj">
  <p:cSld name="TWO_OBJECTS_WITH_TEXT">
    <p:spTree>
      <p:nvGrpSpPr>
        <p:cNvPr id="65" name="Shape 65"/>
        <p:cNvGrpSpPr/>
        <p:nvPr/>
      </p:nvGrpSpPr>
      <p:grpSpPr>
        <a:xfrm>
          <a:off x="0" y="0"/>
          <a:ext cx="0" cy="0"/>
          <a:chOff x="0" y="0"/>
          <a:chExt cx="0" cy="0"/>
        </a:xfrm>
      </p:grpSpPr>
      <p:sp>
        <p:nvSpPr>
          <p:cNvPr id="66" name="Google Shape;66;p40"/>
          <p:cNvSpPr txBox="1"/>
          <p:nvPr>
            <p:ph type="title"/>
          </p:nvPr>
        </p:nvSpPr>
        <p:spPr>
          <a:xfrm>
            <a:off x="629841" y="365129"/>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0"/>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8" name="Google Shape;68;p40"/>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40"/>
          <p:cNvSpPr txBox="1"/>
          <p:nvPr>
            <p:ph idx="3" type="body"/>
          </p:nvPr>
        </p:nvSpPr>
        <p:spPr>
          <a:xfrm>
            <a:off x="4629152"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0" name="Google Shape;70;p40"/>
          <p:cNvSpPr txBox="1"/>
          <p:nvPr>
            <p:ph idx="4" type="body"/>
          </p:nvPr>
        </p:nvSpPr>
        <p:spPr>
          <a:xfrm>
            <a:off x="4629152"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0"/>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0"/>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0"/>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ỉ Tiêu đề" type="titleOnly">
  <p:cSld name="TITLE_ONLY">
    <p:spTree>
      <p:nvGrpSpPr>
        <p:cNvPr id="74" name="Shape 74"/>
        <p:cNvGrpSpPr/>
        <p:nvPr/>
      </p:nvGrpSpPr>
      <p:grpSpPr>
        <a:xfrm>
          <a:off x="0" y="0"/>
          <a:ext cx="0" cy="0"/>
          <a:chOff x="0" y="0"/>
          <a:chExt cx="0" cy="0"/>
        </a:xfrm>
      </p:grpSpPr>
      <p:sp>
        <p:nvSpPr>
          <p:cNvPr id="75" name="Google Shape;75;p41"/>
          <p:cNvSpPr txBox="1"/>
          <p:nvPr>
            <p:ph type="title"/>
          </p:nvPr>
        </p:nvSpPr>
        <p:spPr>
          <a:xfrm>
            <a:off x="628650" y="365129"/>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1"/>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1"/>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ống" type="blank">
  <p:cSld name="BLANK">
    <p:spTree>
      <p:nvGrpSpPr>
        <p:cNvPr id="79" name="Shape 79"/>
        <p:cNvGrpSpPr/>
        <p:nvPr/>
      </p:nvGrpSpPr>
      <p:grpSpPr>
        <a:xfrm>
          <a:off x="0" y="0"/>
          <a:ext cx="0" cy="0"/>
          <a:chOff x="0" y="0"/>
          <a:chExt cx="0" cy="0"/>
        </a:xfrm>
      </p:grpSpPr>
      <p:sp>
        <p:nvSpPr>
          <p:cNvPr id="80" name="Google Shape;80;p42"/>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2"/>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2"/>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ội dung với Chú thích" type="objTx">
  <p:cSld name="OBJECT_WITH_CAPTION_TEXT">
    <p:spTree>
      <p:nvGrpSpPr>
        <p:cNvPr id="83" name="Shape 83"/>
        <p:cNvGrpSpPr/>
        <p:nvPr/>
      </p:nvGrpSpPr>
      <p:grpSpPr>
        <a:xfrm>
          <a:off x="0" y="0"/>
          <a:ext cx="0" cy="0"/>
          <a:chOff x="0" y="0"/>
          <a:chExt cx="0" cy="0"/>
        </a:xfrm>
      </p:grpSpPr>
      <p:sp>
        <p:nvSpPr>
          <p:cNvPr id="84" name="Google Shape;84;p4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43"/>
          <p:cNvSpPr txBox="1"/>
          <p:nvPr>
            <p:ph idx="1" type="body"/>
          </p:nvPr>
        </p:nvSpPr>
        <p:spPr>
          <a:xfrm>
            <a:off x="3887391" y="987430"/>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6" name="Google Shape;86;p43"/>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7" name="Google Shape;87;p43"/>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3"/>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3"/>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h với Chú thích" type="picTx">
  <p:cSld name="PICTURE_WITH_CAPTION_TEXT">
    <p:spTree>
      <p:nvGrpSpPr>
        <p:cNvPr id="90" name="Shape 90"/>
        <p:cNvGrpSpPr/>
        <p:nvPr/>
      </p:nvGrpSpPr>
      <p:grpSpPr>
        <a:xfrm>
          <a:off x="0" y="0"/>
          <a:ext cx="0" cy="0"/>
          <a:chOff x="0" y="0"/>
          <a:chExt cx="0" cy="0"/>
        </a:xfrm>
      </p:grpSpPr>
      <p:sp>
        <p:nvSpPr>
          <p:cNvPr id="91" name="Google Shape;91;p4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44"/>
          <p:cNvSpPr/>
          <p:nvPr>
            <p:ph idx="2" type="pic"/>
          </p:nvPr>
        </p:nvSpPr>
        <p:spPr>
          <a:xfrm>
            <a:off x="3887391" y="987430"/>
            <a:ext cx="4629150" cy="4873625"/>
          </a:xfrm>
          <a:prstGeom prst="rect">
            <a:avLst/>
          </a:prstGeom>
          <a:noFill/>
          <a:ln>
            <a:noFill/>
          </a:ln>
        </p:spPr>
      </p:sp>
      <p:sp>
        <p:nvSpPr>
          <p:cNvPr id="93" name="Google Shape;93;p44"/>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4" name="Google Shape;94;p44"/>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44"/>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44"/>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và Văn bản Dọc" type="vertTx">
  <p:cSld name="VERTICAL_TEXT">
    <p:spTree>
      <p:nvGrpSpPr>
        <p:cNvPr id="97" name="Shape 97"/>
        <p:cNvGrpSpPr/>
        <p:nvPr/>
      </p:nvGrpSpPr>
      <p:grpSpPr>
        <a:xfrm>
          <a:off x="0" y="0"/>
          <a:ext cx="0" cy="0"/>
          <a:chOff x="0" y="0"/>
          <a:chExt cx="0" cy="0"/>
        </a:xfrm>
      </p:grpSpPr>
      <p:sp>
        <p:nvSpPr>
          <p:cNvPr id="98" name="Google Shape;98;p45"/>
          <p:cNvSpPr txBox="1"/>
          <p:nvPr>
            <p:ph type="title"/>
          </p:nvPr>
        </p:nvSpPr>
        <p:spPr>
          <a:xfrm>
            <a:off x="628650" y="365129"/>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45"/>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45"/>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45"/>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5"/>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Dọc và Văn bản" type="vertTitleAndTx">
  <p:cSld name="VERTICAL_TITLE_AND_VERTICAL_TEXT">
    <p:spTree>
      <p:nvGrpSpPr>
        <p:cNvPr id="103" name="Shape 103"/>
        <p:cNvGrpSpPr/>
        <p:nvPr/>
      </p:nvGrpSpPr>
      <p:grpSpPr>
        <a:xfrm>
          <a:off x="0" y="0"/>
          <a:ext cx="0" cy="0"/>
          <a:chOff x="0" y="0"/>
          <a:chExt cx="0" cy="0"/>
        </a:xfrm>
      </p:grpSpPr>
      <p:sp>
        <p:nvSpPr>
          <p:cNvPr id="104" name="Google Shape;104;p46"/>
          <p:cNvSpPr txBox="1"/>
          <p:nvPr>
            <p:ph type="title"/>
          </p:nvPr>
        </p:nvSpPr>
        <p:spPr>
          <a:xfrm rot="5400000">
            <a:off x="4623595"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46"/>
          <p:cNvSpPr txBox="1"/>
          <p:nvPr>
            <p:ph idx="1" type="body"/>
          </p:nvPr>
        </p:nvSpPr>
        <p:spPr>
          <a:xfrm rot="5400000">
            <a:off x="623096"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46"/>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46"/>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6"/>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628650" y="365129"/>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9"/>
          <p:cNvSpPr txBox="1"/>
          <p:nvPr>
            <p:ph idx="10" type="dt"/>
          </p:nvPr>
        </p:nvSpPr>
        <p:spPr>
          <a:xfrm>
            <a:off x="628650" y="6356355"/>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9"/>
          <p:cNvSpPr txBox="1"/>
          <p:nvPr>
            <p:ph idx="11" type="ftr"/>
          </p:nvPr>
        </p:nvSpPr>
        <p:spPr>
          <a:xfrm>
            <a:off x="3028950" y="6356355"/>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9"/>
          <p:cNvSpPr txBox="1"/>
          <p:nvPr>
            <p:ph idx="12" type="sldNum"/>
          </p:nvPr>
        </p:nvSpPr>
        <p:spPr>
          <a:xfrm>
            <a:off x="6457950" y="6356355"/>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hyperlink" Target="https://baotanglichsu.vn/" TargetMode="External"/><Relationship Id="rId4" Type="http://schemas.openxmlformats.org/officeDocument/2006/relationships/hyperlink" Target="https://hannom.vass.gov.vn/" TargetMode="External"/><Relationship Id="rId5" Type="http://schemas.openxmlformats.org/officeDocument/2006/relationships/hyperlink" Target="https://nlv.gov.vn/" TargetMode="External"/><Relationship Id="rId6" Type="http://schemas.openxmlformats.org/officeDocument/2006/relationships/hyperlink" Target="https://www.openstreetmap.org/" TargetMode="External"/><Relationship Id="rId7" Type="http://schemas.openxmlformats.org/officeDocument/2006/relationships/hyperlink" Target="https://leafletjs.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nvSpPr>
        <p:spPr>
          <a:xfrm>
            <a:off x="713816" y="2672963"/>
            <a:ext cx="7616451" cy="873002"/>
          </a:xfrm>
          <a:prstGeom prst="rect">
            <a:avLst/>
          </a:prstGeom>
          <a:noFill/>
          <a:ln>
            <a:noFill/>
          </a:ln>
        </p:spPr>
        <p:txBody>
          <a:bodyPr anchorCtr="0" anchor="t" bIns="34275" lIns="68550" spcFirstLastPara="1" rIns="68550" wrap="square" tIns="34275">
            <a:noAutofit/>
          </a:bodyPr>
          <a:lstStyle/>
          <a:p>
            <a:pPr indent="0" lvl="0" marL="0" marR="0" rtl="0" algn="l">
              <a:lnSpc>
                <a:spcPct val="90000"/>
              </a:lnSpc>
              <a:spcBef>
                <a:spcPts val="0"/>
              </a:spcBef>
              <a:spcAft>
                <a:spcPts val="0"/>
              </a:spcAft>
              <a:buNone/>
            </a:pPr>
            <a:r>
              <a:rPr b="1" i="0" lang="en-US" sz="2800" u="none" cap="none" strike="noStrike">
                <a:solidFill>
                  <a:srgbClr val="C00000"/>
                </a:solidFill>
                <a:latin typeface="Lato"/>
                <a:ea typeface="Lato"/>
                <a:cs typeface="Lato"/>
                <a:sym typeface="Lato"/>
              </a:rPr>
              <a:t>ĐỀ TÀI: THIẾT KẾ &amp; XÂY DỰNG WEBSITE BẢN ĐỒ LỊCH SỬ VIỆT NAM</a:t>
            </a:r>
            <a:endParaRPr b="0" i="0" sz="2800" u="none" cap="none" strike="noStrike">
              <a:solidFill>
                <a:schemeClr val="dk1"/>
              </a:solidFill>
              <a:latin typeface="Arial"/>
              <a:ea typeface="Arial"/>
              <a:cs typeface="Arial"/>
              <a:sym typeface="Arial"/>
            </a:endParaRPr>
          </a:p>
        </p:txBody>
      </p:sp>
      <p:sp>
        <p:nvSpPr>
          <p:cNvPr id="114" name="Google Shape;114;p2"/>
          <p:cNvSpPr txBox="1"/>
          <p:nvPr/>
        </p:nvSpPr>
        <p:spPr>
          <a:xfrm>
            <a:off x="713816" y="3666940"/>
            <a:ext cx="4420245" cy="165173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Lato"/>
                <a:ea typeface="Lato"/>
                <a:cs typeface="Lato"/>
                <a:sym typeface="Lato"/>
              </a:rPr>
              <a:t>GVHD: T.S Hoàng Quang Huy</a:t>
            </a:r>
            <a:endParaRPr/>
          </a:p>
          <a:p>
            <a:pPr indent="0" lvl="0" marL="0" marR="0" rtl="0" algn="l">
              <a:lnSpc>
                <a:spcPct val="106611"/>
              </a:lnSpc>
              <a:spcBef>
                <a:spcPts val="600"/>
              </a:spcBef>
              <a:spcAft>
                <a:spcPts val="0"/>
              </a:spcAft>
              <a:buNone/>
            </a:pPr>
            <a:r>
              <a:rPr lang="en-US" sz="1800">
                <a:solidFill>
                  <a:schemeClr val="dk1"/>
                </a:solidFill>
                <a:latin typeface="Lato"/>
                <a:ea typeface="Lato"/>
                <a:cs typeface="Lato"/>
                <a:sym typeface="Lato"/>
              </a:rPr>
              <a:t>Nhóm thực hiện: Nhóm 2:</a:t>
            </a:r>
            <a:endParaRPr/>
          </a:p>
          <a:p>
            <a:pPr indent="0" lvl="0" marL="0" marR="0" rtl="0" algn="l">
              <a:lnSpc>
                <a:spcPct val="106611"/>
              </a:lnSpc>
              <a:spcBef>
                <a:spcPts val="600"/>
              </a:spcBef>
              <a:spcAft>
                <a:spcPts val="0"/>
              </a:spcAft>
              <a:buNone/>
            </a:pPr>
            <a:r>
              <a:rPr lang="en-US" sz="1800">
                <a:solidFill>
                  <a:schemeClr val="dk1"/>
                </a:solidFill>
                <a:latin typeface="Lato"/>
                <a:ea typeface="Lato"/>
                <a:cs typeface="Lato"/>
                <a:sym typeface="Lato"/>
              </a:rPr>
              <a:t>Trịnh Anh Tuấn – 202414431</a:t>
            </a:r>
            <a:endParaRPr/>
          </a:p>
          <a:p>
            <a:pPr indent="0" lvl="0" marL="0" marR="0" rtl="0" algn="l">
              <a:lnSpc>
                <a:spcPct val="106611"/>
              </a:lnSpc>
              <a:spcBef>
                <a:spcPts val="600"/>
              </a:spcBef>
              <a:spcAft>
                <a:spcPts val="0"/>
              </a:spcAft>
              <a:buNone/>
            </a:pPr>
            <a:r>
              <a:rPr lang="en-US" sz="1800">
                <a:solidFill>
                  <a:schemeClr val="dk1"/>
                </a:solidFill>
                <a:latin typeface="Lato"/>
                <a:ea typeface="Lato"/>
                <a:cs typeface="Lato"/>
                <a:sym typeface="Lato"/>
              </a:rPr>
              <a:t>Nguyễn Đức Mạnh – 202414237</a:t>
            </a:r>
            <a:endParaRPr/>
          </a:p>
          <a:p>
            <a:pPr indent="0" lvl="0" marL="0" marR="0" rtl="0" algn="l">
              <a:lnSpc>
                <a:spcPct val="106611"/>
              </a:lnSpc>
              <a:spcBef>
                <a:spcPts val="600"/>
              </a:spcBef>
              <a:spcAft>
                <a:spcPts val="0"/>
              </a:spcAft>
              <a:buNone/>
            </a:pPr>
            <a:r>
              <a:rPr lang="en-US" sz="1800">
                <a:solidFill>
                  <a:schemeClr val="dk1"/>
                </a:solidFill>
                <a:latin typeface="Lato"/>
                <a:ea typeface="Lato"/>
                <a:cs typeface="Lato"/>
                <a:sym typeface="Lato"/>
              </a:rPr>
              <a:t>Trần Đình Việt Dũng – 202414071</a:t>
            </a:r>
            <a:endParaRPr/>
          </a:p>
        </p:txBody>
      </p:sp>
      <p:sp>
        <p:nvSpPr>
          <p:cNvPr id="115" name="Google Shape;115;p2"/>
          <p:cNvSpPr txBox="1"/>
          <p:nvPr/>
        </p:nvSpPr>
        <p:spPr>
          <a:xfrm>
            <a:off x="1498291" y="3493167"/>
            <a:ext cx="3362959" cy="34754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2100"/>
              <a:buFont typeface="Lato"/>
              <a:buNone/>
            </a:pPr>
            <a:r>
              <a:t/>
            </a:r>
            <a:endParaRPr b="0" sz="2100" u="none">
              <a:solidFill>
                <a:srgbClr val="C00000"/>
              </a:solidFill>
              <a:latin typeface="Arial"/>
              <a:ea typeface="Arial"/>
              <a:cs typeface="Arial"/>
              <a:sym typeface="Arial"/>
            </a:endParaRPr>
          </a:p>
        </p:txBody>
      </p:sp>
      <p:sp>
        <p:nvSpPr>
          <p:cNvPr id="116" name="Google Shape;116;p2"/>
          <p:cNvSpPr txBox="1"/>
          <p:nvPr/>
        </p:nvSpPr>
        <p:spPr>
          <a:xfrm>
            <a:off x="713817" y="1973071"/>
            <a:ext cx="56869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Lato"/>
                <a:ea typeface="Lato"/>
                <a:cs typeface="Lato"/>
                <a:sym typeface="Lato"/>
              </a:rPr>
              <a:t>KỸ THUẬT PHẦN MỀM ỨNG DỤNG – ET3260</a:t>
            </a:r>
            <a:endParaRPr b="1" sz="1800">
              <a:solidFill>
                <a:srgbClr val="FF0000"/>
              </a:solidFill>
              <a:latin typeface="Lato"/>
              <a:ea typeface="Lato"/>
              <a:cs typeface="Lato"/>
              <a:sym typeface="Lato"/>
            </a:endParaRPr>
          </a:p>
        </p:txBody>
      </p:sp>
      <p:pic>
        <p:nvPicPr>
          <p:cNvPr descr="Trường Điện - Điện tử | Đại học Bách khoa Hà Nội" id="117" name="Google Shape;117;p2"/>
          <p:cNvPicPr preferRelativeResize="0"/>
          <p:nvPr/>
        </p:nvPicPr>
        <p:blipFill rotWithShape="1">
          <a:blip r:embed="rId3">
            <a:alphaModFix/>
          </a:blip>
          <a:srcRect b="0" l="0" r="0" t="0"/>
          <a:stretch/>
        </p:blipFill>
        <p:spPr>
          <a:xfrm>
            <a:off x="300401" y="331063"/>
            <a:ext cx="2879369" cy="68420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idx="12" type="sldNum"/>
          </p:nvPr>
        </p:nvSpPr>
        <p:spPr>
          <a:xfrm>
            <a:off x="6851523" y="6492875"/>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
        <p:nvSpPr>
          <p:cNvPr id="123" name="Google Shape;123;p3"/>
          <p:cNvSpPr txBox="1"/>
          <p:nvPr>
            <p:ph type="title"/>
          </p:nvPr>
        </p:nvSpPr>
        <p:spPr>
          <a:xfrm>
            <a:off x="235077" y="78619"/>
            <a:ext cx="8673846"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t>Nội dung trình bày</a:t>
            </a:r>
            <a:br>
              <a:rPr lang="en-US"/>
            </a:br>
            <a:endParaRPr/>
          </a:p>
        </p:txBody>
      </p:sp>
      <p:sp>
        <p:nvSpPr>
          <p:cNvPr id="124" name="Google Shape;124;p3"/>
          <p:cNvSpPr txBox="1"/>
          <p:nvPr>
            <p:ph idx="1" type="body"/>
          </p:nvPr>
        </p:nvSpPr>
        <p:spPr>
          <a:xfrm>
            <a:off x="529496" y="1271052"/>
            <a:ext cx="6149210" cy="3300948"/>
          </a:xfrm>
          <a:prstGeom prst="rect">
            <a:avLst/>
          </a:prstGeom>
          <a:noFill/>
          <a:ln>
            <a:noFill/>
          </a:ln>
        </p:spPr>
        <p:txBody>
          <a:bodyPr anchorCtr="0" anchor="t" bIns="45700" lIns="91425" spcFirstLastPara="1" rIns="91425" wrap="square" tIns="45700">
            <a:noAutofit/>
          </a:bodyPr>
          <a:lstStyle/>
          <a:p>
            <a:pPr indent="-514350" lvl="0" marL="552450" rtl="0" algn="l">
              <a:lnSpc>
                <a:spcPct val="90000"/>
              </a:lnSpc>
              <a:spcBef>
                <a:spcPts val="1000"/>
              </a:spcBef>
              <a:spcAft>
                <a:spcPts val="0"/>
              </a:spcAft>
              <a:buSzPts val="2800"/>
              <a:buFont typeface="Play"/>
              <a:buAutoNum type="arabicPeriod"/>
            </a:pPr>
            <a:r>
              <a:rPr lang="en-US"/>
              <a:t>Giới thiệu thành viên</a:t>
            </a:r>
            <a:endParaRPr/>
          </a:p>
          <a:p>
            <a:pPr indent="-514350" lvl="0" marL="552450" rtl="0" algn="l">
              <a:lnSpc>
                <a:spcPct val="90000"/>
              </a:lnSpc>
              <a:spcBef>
                <a:spcPts val="1000"/>
              </a:spcBef>
              <a:spcAft>
                <a:spcPts val="0"/>
              </a:spcAft>
              <a:buSzPts val="2800"/>
              <a:buFont typeface="Play"/>
              <a:buAutoNum type="arabicPeriod"/>
            </a:pPr>
            <a:r>
              <a:rPr lang="en-US"/>
              <a:t>Giới thiệu đề tài</a:t>
            </a:r>
            <a:endParaRPr/>
          </a:p>
          <a:p>
            <a:pPr indent="-514350" lvl="0" marL="552450" rtl="0" algn="l">
              <a:lnSpc>
                <a:spcPct val="90000"/>
              </a:lnSpc>
              <a:spcBef>
                <a:spcPts val="1000"/>
              </a:spcBef>
              <a:spcAft>
                <a:spcPts val="0"/>
              </a:spcAft>
              <a:buSzPts val="2800"/>
              <a:buFont typeface="Play"/>
              <a:buAutoNum type="arabicPeriod"/>
            </a:pPr>
            <a:r>
              <a:rPr lang="en-US"/>
              <a:t>Timeline dự kiến</a:t>
            </a:r>
            <a:endParaRPr/>
          </a:p>
          <a:p>
            <a:pPr indent="-514350" lvl="0" marL="552450" rtl="0" algn="l">
              <a:lnSpc>
                <a:spcPct val="90000"/>
              </a:lnSpc>
              <a:spcBef>
                <a:spcPts val="1000"/>
              </a:spcBef>
              <a:spcAft>
                <a:spcPts val="0"/>
              </a:spcAft>
              <a:buSzPts val="2800"/>
              <a:buFont typeface="Play"/>
              <a:buAutoNum type="arabicPeriod"/>
            </a:pPr>
            <a:r>
              <a:rPr lang="en-US"/>
              <a:t>Yêu cầu hệ thống</a:t>
            </a:r>
            <a:endParaRPr/>
          </a:p>
          <a:p>
            <a:pPr indent="-514350" lvl="0" marL="552450" rtl="0" algn="l">
              <a:lnSpc>
                <a:spcPct val="90000"/>
              </a:lnSpc>
              <a:spcBef>
                <a:spcPts val="1000"/>
              </a:spcBef>
              <a:spcAft>
                <a:spcPts val="0"/>
              </a:spcAft>
              <a:buSzPts val="2800"/>
              <a:buFont typeface="Play"/>
              <a:buAutoNum type="arabicPeriod"/>
            </a:pPr>
            <a:r>
              <a:rPr lang="en-US"/>
              <a:t>Phân rã use case</a:t>
            </a:r>
            <a:endParaRPr/>
          </a:p>
          <a:p>
            <a:pPr indent="-514350" lvl="0" marL="552450" rtl="0" algn="l">
              <a:lnSpc>
                <a:spcPct val="90000"/>
              </a:lnSpc>
              <a:spcBef>
                <a:spcPts val="1000"/>
              </a:spcBef>
              <a:spcAft>
                <a:spcPts val="0"/>
              </a:spcAft>
              <a:buSzPts val="2800"/>
              <a:buFont typeface="Play"/>
              <a:buAutoNum type="arabicPeriod"/>
            </a:pPr>
            <a:r>
              <a:rPr lang="en-US"/>
              <a:t>Thu thập và phân tích yêu cầu</a:t>
            </a:r>
            <a:endParaRPr/>
          </a:p>
          <a:p>
            <a:pPr indent="0" lvl="0" marL="38100" rtl="0" algn="l">
              <a:lnSpc>
                <a:spcPct val="90000"/>
              </a:lnSpc>
              <a:spcBef>
                <a:spcPts val="1000"/>
              </a:spcBef>
              <a:spcAft>
                <a:spcPts val="0"/>
              </a:spcAft>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txBox="1"/>
          <p:nvPr/>
        </p:nvSpPr>
        <p:spPr>
          <a:xfrm>
            <a:off x="3595456" y="3136612"/>
            <a:ext cx="554854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BF2135"/>
                </a:solidFill>
                <a:latin typeface="Lato"/>
                <a:ea typeface="Lato"/>
                <a:cs typeface="Lato"/>
                <a:sym typeface="Lato"/>
              </a:rPr>
              <a:t>1. GIỚI THIỆU THÀNH VIÊN</a:t>
            </a:r>
            <a:endParaRPr b="1" sz="3200">
              <a:solidFill>
                <a:srgbClr val="BF2135"/>
              </a:solidFill>
              <a:latin typeface="Lato"/>
              <a:ea typeface="Lato"/>
              <a:cs typeface="Lato"/>
              <a:sym typeface="Lato"/>
            </a:endParaRPr>
          </a:p>
        </p:txBody>
      </p:sp>
      <p:sp>
        <p:nvSpPr>
          <p:cNvPr id="130" name="Google Shape;130;p4"/>
          <p:cNvSpPr txBox="1"/>
          <p:nvPr>
            <p:ph idx="12" type="sldNum"/>
          </p:nvPr>
        </p:nvSpPr>
        <p:spPr>
          <a:xfrm>
            <a:off x="6867383" y="6492875"/>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ph idx="12" type="sldNum"/>
          </p:nvPr>
        </p:nvSpPr>
        <p:spPr>
          <a:xfrm>
            <a:off x="6851523" y="6492875"/>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
        <p:nvSpPr>
          <p:cNvPr id="136" name="Google Shape;136;p5"/>
          <p:cNvSpPr txBox="1"/>
          <p:nvPr>
            <p:ph type="title"/>
          </p:nvPr>
        </p:nvSpPr>
        <p:spPr>
          <a:xfrm>
            <a:off x="235077" y="78619"/>
            <a:ext cx="8673846"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t>Giới thiệu thành viên</a:t>
            </a:r>
            <a:endParaRPr/>
          </a:p>
        </p:txBody>
      </p:sp>
      <p:graphicFrame>
        <p:nvGraphicFramePr>
          <p:cNvPr id="137" name="Google Shape;137;p5"/>
          <p:cNvGraphicFramePr/>
          <p:nvPr/>
        </p:nvGraphicFramePr>
        <p:xfrm>
          <a:off x="382842" y="1553418"/>
          <a:ext cx="3000000" cy="3000000"/>
        </p:xfrm>
        <a:graphic>
          <a:graphicData uri="http://schemas.openxmlformats.org/drawingml/2006/table">
            <a:tbl>
              <a:tblPr bandRow="1" firstRow="1">
                <a:noFill/>
                <a:tableStyleId>{DD075C51-A5F7-49D0-81F5-9ED65C435227}</a:tableStyleId>
              </a:tblPr>
              <a:tblGrid>
                <a:gridCol w="2524600"/>
                <a:gridCol w="1626475"/>
                <a:gridCol w="2193375"/>
                <a:gridCol w="2033875"/>
              </a:tblGrid>
              <a:tr h="943300">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Tên thành viên</a:t>
                      </a:r>
                      <a:endParaRPr/>
                    </a:p>
                  </a:txBody>
                  <a:tcPr marT="45725" marB="45725" marR="91450" marL="91450" anchor="ctr"/>
                </a:tc>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MSSV</a:t>
                      </a:r>
                      <a:endParaRPr sz="2000" u="none" cap="none" strike="noStrike">
                        <a:latin typeface="Lato"/>
                        <a:ea typeface="Lato"/>
                        <a:cs typeface="Lato"/>
                        <a:sym typeface="Lato"/>
                      </a:endParaRPr>
                    </a:p>
                  </a:txBody>
                  <a:tcPr marT="45725" marB="45725" marR="91450" marL="91450" anchor="ctr"/>
                </a:tc>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Nhiệm vụ</a:t>
                      </a:r>
                      <a:endParaRPr/>
                    </a:p>
                  </a:txBody>
                  <a:tcPr marT="45725" marB="45725" marR="91450" marL="91450" anchor="ctr"/>
                </a:tc>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Định hướng</a:t>
                      </a:r>
                      <a:endParaRPr/>
                    </a:p>
                  </a:txBody>
                  <a:tcPr marT="45725" marB="45725" marR="91450" marL="91450" anchor="ctr"/>
                </a:tc>
              </a:tr>
              <a:tr h="929750">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Nguyễn Đức Mạnh</a:t>
                      </a:r>
                      <a:endParaRPr/>
                    </a:p>
                  </a:txBody>
                  <a:tcPr marT="45725" marB="45725" marR="91450" marL="91450" anchor="ctr"/>
                </a:tc>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202414237</a:t>
                      </a:r>
                      <a:endParaRPr/>
                    </a:p>
                  </a:txBody>
                  <a:tcPr marT="45725" marB="45725" marR="91450" marL="91450" anchor="ctr"/>
                </a:tc>
                <a:tc>
                  <a:txBody>
                    <a:bodyPr/>
                    <a:lstStyle/>
                    <a:p>
                      <a:pPr indent="0" lvl="0" marL="0" marR="0" rtl="0" algn="ctr">
                        <a:spcBef>
                          <a:spcPts val="0"/>
                        </a:spcBef>
                        <a:spcAft>
                          <a:spcPts val="0"/>
                        </a:spcAft>
                        <a:buClr>
                          <a:srgbClr val="000000"/>
                        </a:buClr>
                        <a:buSzPts val="2000"/>
                        <a:buFont typeface="Lato"/>
                        <a:buNone/>
                      </a:pPr>
                      <a:r>
                        <a:rPr b="0" i="0" lang="en-US" sz="2000" u="none" cap="none" strike="noStrike">
                          <a:solidFill>
                            <a:srgbClr val="000000"/>
                          </a:solidFill>
                          <a:latin typeface="Lato"/>
                          <a:ea typeface="Lato"/>
                          <a:cs typeface="Lato"/>
                          <a:sym typeface="Lato"/>
                        </a:rPr>
                        <a:t>Front-end, Tester, Báo cáo</a:t>
                      </a:r>
                      <a:endParaRPr sz="2000" u="none" cap="none" strike="noStrike">
                        <a:latin typeface="Lato"/>
                        <a:ea typeface="Lato"/>
                        <a:cs typeface="Lato"/>
                        <a:sym typeface="Lato"/>
                      </a:endParaRPr>
                    </a:p>
                  </a:txBody>
                  <a:tcPr marT="83125" marB="83125" marR="83125" marL="83125" anchor="ctr"/>
                </a:tc>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Vi mạch</a:t>
                      </a:r>
                      <a:endParaRPr/>
                    </a:p>
                  </a:txBody>
                  <a:tcPr marT="45725" marB="45725" marR="91450" marL="91450" anchor="ctr"/>
                </a:tc>
              </a:tr>
              <a:tr h="934825">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Trần Đình Việt Dũng</a:t>
                      </a:r>
                      <a:endParaRPr/>
                    </a:p>
                  </a:txBody>
                  <a:tcPr marT="45725" marB="45725" marR="91450" marL="91450" anchor="ctr"/>
                </a:tc>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202414071</a:t>
                      </a:r>
                      <a:endParaRPr/>
                    </a:p>
                  </a:txBody>
                  <a:tcPr marT="45725" marB="45725" marR="91450" marL="91450" anchor="ctr"/>
                </a:tc>
                <a:tc>
                  <a:txBody>
                    <a:bodyPr/>
                    <a:lstStyle/>
                    <a:p>
                      <a:pPr indent="0" lvl="0" marL="0" marR="0" rtl="0" algn="ctr">
                        <a:spcBef>
                          <a:spcPts val="0"/>
                        </a:spcBef>
                        <a:spcAft>
                          <a:spcPts val="0"/>
                        </a:spcAft>
                        <a:buClr>
                          <a:srgbClr val="000000"/>
                        </a:buClr>
                        <a:buSzPts val="2000"/>
                        <a:buFont typeface="Lato"/>
                        <a:buNone/>
                      </a:pPr>
                      <a:r>
                        <a:rPr b="0" i="0" lang="en-US" sz="2000" u="none" cap="none" strike="noStrike">
                          <a:solidFill>
                            <a:srgbClr val="000000"/>
                          </a:solidFill>
                          <a:latin typeface="Lato"/>
                          <a:ea typeface="Lato"/>
                          <a:cs typeface="Lato"/>
                          <a:sym typeface="Lato"/>
                        </a:rPr>
                        <a:t>Back-end, System design, Báo cáo</a:t>
                      </a:r>
                      <a:endParaRPr sz="2000" u="none" cap="none" strike="noStrike">
                        <a:latin typeface="Lato"/>
                        <a:ea typeface="Lato"/>
                        <a:cs typeface="Lato"/>
                        <a:sym typeface="Lato"/>
                      </a:endParaRPr>
                    </a:p>
                  </a:txBody>
                  <a:tcPr marT="83125" marB="83125" marR="83125" marL="83125" anchor="ctr"/>
                </a:tc>
                <a:tc>
                  <a:txBody>
                    <a:bodyPr/>
                    <a:lstStyle/>
                    <a:p>
                      <a:pPr indent="0" lvl="0" marL="0" marR="0" rtl="0" algn="ctr">
                        <a:spcBef>
                          <a:spcPts val="0"/>
                        </a:spcBef>
                        <a:spcAft>
                          <a:spcPts val="0"/>
                        </a:spcAft>
                        <a:buNone/>
                      </a:pPr>
                      <a:r>
                        <a:rPr lang="en-US" sz="1800" u="none" cap="none" strike="noStrike">
                          <a:latin typeface="Lato"/>
                          <a:ea typeface="Lato"/>
                          <a:cs typeface="Lato"/>
                          <a:sym typeface="Lato"/>
                        </a:rPr>
                        <a:t>Kỹ thuật điện tử - Kỹ thuật máy tính</a:t>
                      </a:r>
                      <a:endParaRPr sz="1800" u="none" cap="none" strike="noStrike">
                        <a:latin typeface="Lato"/>
                        <a:ea typeface="Lato"/>
                        <a:cs typeface="Lato"/>
                        <a:sym typeface="Lato"/>
                      </a:endParaRPr>
                    </a:p>
                  </a:txBody>
                  <a:tcPr marT="45725" marB="45725" marR="91450" marL="91450" anchor="ctr"/>
                </a:tc>
              </a:tr>
              <a:tr h="943300">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Trịnh Anh Tuấn</a:t>
                      </a:r>
                      <a:endParaRPr/>
                    </a:p>
                  </a:txBody>
                  <a:tcPr marT="45725" marB="45725" marR="91450" marL="91450" anchor="ctr"/>
                </a:tc>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202414431</a:t>
                      </a:r>
                      <a:endParaRPr/>
                    </a:p>
                  </a:txBody>
                  <a:tcPr marT="45725" marB="45725" marR="91450" marL="91450" anchor="ctr"/>
                </a:tc>
                <a:tc>
                  <a:txBody>
                    <a:bodyPr/>
                    <a:lstStyle/>
                    <a:p>
                      <a:pPr indent="0" lvl="0" marL="0" marR="0" rtl="0" algn="ctr">
                        <a:spcBef>
                          <a:spcPts val="0"/>
                        </a:spcBef>
                        <a:spcAft>
                          <a:spcPts val="0"/>
                        </a:spcAft>
                        <a:buClr>
                          <a:srgbClr val="000000"/>
                        </a:buClr>
                        <a:buSzPts val="2000"/>
                        <a:buFont typeface="Lato"/>
                        <a:buNone/>
                      </a:pPr>
                      <a:r>
                        <a:rPr b="0" i="0" lang="en-US" sz="2000" u="none" cap="none" strike="noStrike">
                          <a:solidFill>
                            <a:srgbClr val="000000"/>
                          </a:solidFill>
                          <a:latin typeface="Lato"/>
                          <a:ea typeface="Lato"/>
                          <a:cs typeface="Lato"/>
                          <a:sym typeface="Lato"/>
                        </a:rPr>
                        <a:t>BA, Slide, Báo cáo</a:t>
                      </a:r>
                      <a:endParaRPr sz="2000" u="none" cap="none" strike="noStrike">
                        <a:latin typeface="Lato"/>
                        <a:ea typeface="Lato"/>
                        <a:cs typeface="Lato"/>
                        <a:sym typeface="Lato"/>
                      </a:endParaRPr>
                    </a:p>
                  </a:txBody>
                  <a:tcPr marT="83125" marB="83125" marR="83125" marL="83125" anchor="ctr"/>
                </a:tc>
                <a:tc>
                  <a:txBody>
                    <a:bodyPr/>
                    <a:lstStyle/>
                    <a:p>
                      <a:pPr indent="0" lvl="0" marL="0" marR="0" rtl="0" algn="ctr">
                        <a:spcBef>
                          <a:spcPts val="0"/>
                        </a:spcBef>
                        <a:spcAft>
                          <a:spcPts val="0"/>
                        </a:spcAft>
                        <a:buNone/>
                      </a:pPr>
                      <a:r>
                        <a:rPr lang="en-US" sz="2000" u="none" cap="none" strike="noStrike">
                          <a:latin typeface="Lato"/>
                          <a:ea typeface="Lato"/>
                          <a:cs typeface="Lato"/>
                          <a:sym typeface="Lato"/>
                        </a:rPr>
                        <a:t>Nhúng IOT</a:t>
                      </a:r>
                      <a:endParaRPr/>
                    </a:p>
                  </a:txBody>
                  <a:tcPr marT="45725" marB="45725" marR="91450" marL="91450"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nvSpPr>
        <p:spPr>
          <a:xfrm>
            <a:off x="4093111" y="3136612"/>
            <a:ext cx="554854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BF2135"/>
                </a:solidFill>
                <a:latin typeface="Lato"/>
                <a:ea typeface="Lato"/>
                <a:cs typeface="Lato"/>
                <a:sym typeface="Lato"/>
              </a:rPr>
              <a:t>2. GIỚI THIỆU ĐỀ TÀI</a:t>
            </a:r>
            <a:endParaRPr b="1" sz="3200">
              <a:solidFill>
                <a:srgbClr val="BF2135"/>
              </a:solidFill>
              <a:latin typeface="Lato"/>
              <a:ea typeface="Lato"/>
              <a:cs typeface="Lato"/>
              <a:sym typeface="Lato"/>
            </a:endParaRPr>
          </a:p>
        </p:txBody>
      </p:sp>
      <p:sp>
        <p:nvSpPr>
          <p:cNvPr id="143" name="Google Shape;143;p6"/>
          <p:cNvSpPr txBox="1"/>
          <p:nvPr>
            <p:ph idx="12" type="sldNum"/>
          </p:nvPr>
        </p:nvSpPr>
        <p:spPr>
          <a:xfrm>
            <a:off x="6867383" y="6480693"/>
            <a:ext cx="2057400" cy="28586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ph idx="12" type="sldNum"/>
          </p:nvPr>
        </p:nvSpPr>
        <p:spPr>
          <a:xfrm>
            <a:off x="6851523" y="6493513"/>
            <a:ext cx="2057400" cy="28586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
        <p:nvSpPr>
          <p:cNvPr id="149" name="Google Shape;149;p7"/>
          <p:cNvSpPr txBox="1"/>
          <p:nvPr>
            <p:ph type="title"/>
          </p:nvPr>
        </p:nvSpPr>
        <p:spPr>
          <a:xfrm>
            <a:off x="235077" y="78619"/>
            <a:ext cx="8673846"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t>1. Bối cảnh</a:t>
            </a:r>
            <a:endParaRPr/>
          </a:p>
        </p:txBody>
      </p:sp>
      <p:sp>
        <p:nvSpPr>
          <p:cNvPr id="150" name="Google Shape;150;p7"/>
          <p:cNvSpPr txBox="1"/>
          <p:nvPr>
            <p:ph idx="1" type="body"/>
          </p:nvPr>
        </p:nvSpPr>
        <p:spPr>
          <a:xfrm>
            <a:off x="235077" y="841253"/>
            <a:ext cx="8674100" cy="5303393"/>
          </a:xfrm>
          <a:prstGeom prst="rect">
            <a:avLst/>
          </a:prstGeom>
          <a:noFill/>
          <a:ln>
            <a:noFill/>
          </a:ln>
        </p:spPr>
        <p:txBody>
          <a:bodyPr anchorCtr="0" anchor="t" bIns="45700" lIns="91425" spcFirstLastPara="1" rIns="91425" wrap="square" tIns="45700">
            <a:noAutofit/>
          </a:bodyPr>
          <a:lstStyle/>
          <a:p>
            <a:pPr indent="0" lvl="0" marL="38100" rtl="0" algn="l">
              <a:lnSpc>
                <a:spcPct val="90000"/>
              </a:lnSpc>
              <a:spcBef>
                <a:spcPts val="1000"/>
              </a:spcBef>
              <a:spcAft>
                <a:spcPts val="0"/>
              </a:spcAft>
              <a:buSzPts val="2800"/>
              <a:buNone/>
            </a:pPr>
            <a:r>
              <a:rPr b="1" lang="en-US" sz="1350">
                <a:solidFill>
                  <a:srgbClr val="C00000"/>
                </a:solidFill>
              </a:rPr>
              <a:t>  </a:t>
            </a:r>
            <a:r>
              <a:rPr b="1" lang="en-US" sz="1800">
                <a:solidFill>
                  <a:srgbClr val="C00000"/>
                </a:solidFill>
              </a:rPr>
              <a:t>Hiện trạng khó khăn</a:t>
            </a:r>
            <a:endParaRPr/>
          </a:p>
          <a:p>
            <a:pPr indent="-406390" lvl="0" marL="457189" rtl="0" algn="l">
              <a:lnSpc>
                <a:spcPct val="90000"/>
              </a:lnSpc>
              <a:spcBef>
                <a:spcPts val="1000"/>
              </a:spcBef>
              <a:spcAft>
                <a:spcPts val="0"/>
              </a:spcAft>
              <a:buSzPts val="2800"/>
              <a:buChar char="•"/>
            </a:pPr>
            <a:r>
              <a:rPr lang="en-US" sz="1800"/>
              <a:t>Thông tin về lịch sử Việt Nam đang nằm rải rác ở nhiều website, sách và tài liệu khác nhau. </a:t>
            </a:r>
            <a:endParaRPr/>
          </a:p>
          <a:p>
            <a:pPr indent="-406390" lvl="0" marL="457189" rtl="0" algn="l">
              <a:lnSpc>
                <a:spcPct val="90000"/>
              </a:lnSpc>
              <a:spcBef>
                <a:spcPts val="1000"/>
              </a:spcBef>
              <a:spcAft>
                <a:spcPts val="0"/>
              </a:spcAft>
              <a:buSzPts val="2800"/>
              <a:buChar char="•"/>
            </a:pPr>
            <a:r>
              <a:rPr lang="en-US" sz="1800"/>
              <a:t>Bản đồ lãnh thổ Việt Nam qua các thời kỳ chưa được trình bày trực quan, dễ theo dõi. </a:t>
            </a:r>
            <a:endParaRPr/>
          </a:p>
          <a:p>
            <a:pPr indent="-406390" lvl="0" marL="457189" rtl="0" algn="l">
              <a:lnSpc>
                <a:spcPct val="90000"/>
              </a:lnSpc>
              <a:spcBef>
                <a:spcPts val="1000"/>
              </a:spcBef>
              <a:spcAft>
                <a:spcPts val="0"/>
              </a:spcAft>
              <a:buSzPts val="2800"/>
              <a:buChar char="•"/>
            </a:pPr>
            <a:r>
              <a:rPr lang="en-US" sz="1800"/>
              <a:t>Người dùng thường phải tự tìm kiếm từng triều đại, địa danh và sự kiện lịch sử. </a:t>
            </a:r>
            <a:endParaRPr/>
          </a:p>
          <a:p>
            <a:pPr indent="-406390" lvl="0" marL="457189" rtl="0" algn="l">
              <a:lnSpc>
                <a:spcPct val="90000"/>
              </a:lnSpc>
              <a:spcBef>
                <a:spcPts val="1000"/>
              </a:spcBef>
              <a:spcAft>
                <a:spcPts val="0"/>
              </a:spcAft>
              <a:buSzPts val="2800"/>
              <a:buChar char="•"/>
            </a:pPr>
            <a:r>
              <a:rPr lang="en-US" sz="1800"/>
              <a:t>Một số tài liệu có nhiều thông tin nhưng cách trình bày còn khó tiếp cận với người mới học. </a:t>
            </a:r>
            <a:endParaRPr/>
          </a:p>
          <a:p>
            <a:pPr indent="0" lvl="0" marL="38100" rtl="0" algn="l">
              <a:lnSpc>
                <a:spcPct val="90000"/>
              </a:lnSpc>
              <a:spcBef>
                <a:spcPts val="1000"/>
              </a:spcBef>
              <a:spcAft>
                <a:spcPts val="0"/>
              </a:spcAft>
              <a:buSzPts val="2800"/>
              <a:buNone/>
            </a:pPr>
            <a:r>
              <a:rPr b="1" lang="en-US" sz="1800">
                <a:solidFill>
                  <a:srgbClr val="C00000"/>
                </a:solidFill>
              </a:rPr>
              <a:t>  Khó khăn của người dùng</a:t>
            </a:r>
            <a:endParaRPr/>
          </a:p>
          <a:p>
            <a:pPr indent="-406390" lvl="0" marL="457189" rtl="0" algn="l">
              <a:lnSpc>
                <a:spcPct val="90000"/>
              </a:lnSpc>
              <a:spcBef>
                <a:spcPts val="1000"/>
              </a:spcBef>
              <a:spcAft>
                <a:spcPts val="0"/>
              </a:spcAft>
              <a:buSzPts val="2800"/>
              <a:buChar char="•"/>
            </a:pPr>
            <a:r>
              <a:rPr b="1" lang="en-US" sz="1800"/>
              <a:t>khó hình dung sự thay đổi lãnh thổ</a:t>
            </a:r>
            <a:r>
              <a:rPr lang="en-US" sz="1800"/>
              <a:t> Việt Nam qua từng thời kỳ lịch sử. </a:t>
            </a:r>
            <a:endParaRPr/>
          </a:p>
          <a:p>
            <a:pPr indent="-406390" lvl="0" marL="457189" rtl="0" algn="l">
              <a:lnSpc>
                <a:spcPct val="90000"/>
              </a:lnSpc>
              <a:spcBef>
                <a:spcPts val="1000"/>
              </a:spcBef>
              <a:spcAft>
                <a:spcPts val="0"/>
              </a:spcAft>
              <a:buSzPts val="2800"/>
              <a:buChar char="•"/>
            </a:pPr>
            <a:r>
              <a:rPr b="1" lang="en-US" sz="1800"/>
              <a:t>khó tìm kiếm thông tin</a:t>
            </a:r>
            <a:r>
              <a:rPr lang="en-US" sz="1800"/>
              <a:t> về một địa danh, triều đại hoặc sự kiện cụ thể. </a:t>
            </a:r>
            <a:endParaRPr/>
          </a:p>
          <a:p>
            <a:pPr indent="-406390" lvl="0" marL="457189" rtl="0" algn="l">
              <a:lnSpc>
                <a:spcPct val="90000"/>
              </a:lnSpc>
              <a:spcBef>
                <a:spcPts val="1000"/>
              </a:spcBef>
              <a:spcAft>
                <a:spcPts val="0"/>
              </a:spcAft>
              <a:buSzPts val="2800"/>
              <a:buChar char="•"/>
            </a:pPr>
            <a:r>
              <a:rPr b="1" lang="en-US" sz="1800"/>
              <a:t>khó liên kết bản đồ với dòng thời gian</a:t>
            </a:r>
            <a:r>
              <a:rPr lang="en-US" sz="1800"/>
              <a:t>, không biết sự kiện xảy ra ở đâu và vào thời điểm nào. </a:t>
            </a:r>
            <a:endParaRPr/>
          </a:p>
          <a:p>
            <a:pPr indent="-406390" lvl="0" marL="457189" rtl="0" algn="l">
              <a:lnSpc>
                <a:spcPct val="90000"/>
              </a:lnSpc>
              <a:spcBef>
                <a:spcPts val="1000"/>
              </a:spcBef>
              <a:spcAft>
                <a:spcPts val="0"/>
              </a:spcAft>
              <a:buSzPts val="2800"/>
              <a:buChar char="•"/>
            </a:pPr>
            <a:r>
              <a:rPr b="1" lang="en-US" sz="1800"/>
              <a:t>mất nhiều thời gian tra cứu</a:t>
            </a:r>
            <a:r>
              <a:rPr lang="en-US" sz="1800"/>
              <a:t> từ nhiều nguồn khác nhau để tổng hợp thông tin. </a:t>
            </a:r>
            <a:endParaRPr/>
          </a:p>
          <a:p>
            <a:pPr indent="-228590" lvl="0" marL="457189" marR="0" rtl="0" algn="l">
              <a:lnSpc>
                <a:spcPct val="90000"/>
              </a:lnSpc>
              <a:spcBef>
                <a:spcPts val="1000"/>
              </a:spcBef>
              <a:spcAft>
                <a:spcPts val="0"/>
              </a:spcAft>
              <a:buClr>
                <a:schemeClr val="dk1"/>
              </a:buClr>
              <a:buSzPts val="2800"/>
              <a:buFont typeface="Arial"/>
              <a:buNone/>
            </a:pPr>
            <a:r>
              <a:t/>
            </a:r>
            <a:endParaRPr sz="135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txBox="1"/>
          <p:nvPr>
            <p:ph type="title"/>
          </p:nvPr>
        </p:nvSpPr>
        <p:spPr>
          <a:xfrm>
            <a:off x="235077" y="78619"/>
            <a:ext cx="8673846"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t>2. Mục tiêu</a:t>
            </a:r>
            <a:endParaRPr/>
          </a:p>
        </p:txBody>
      </p:sp>
      <p:sp>
        <p:nvSpPr>
          <p:cNvPr id="156" name="Google Shape;156;p8"/>
          <p:cNvSpPr txBox="1"/>
          <p:nvPr>
            <p:ph idx="1" type="body"/>
          </p:nvPr>
        </p:nvSpPr>
        <p:spPr>
          <a:xfrm>
            <a:off x="235077" y="1012723"/>
            <a:ext cx="8674100" cy="5131923"/>
          </a:xfrm>
          <a:prstGeom prst="rect">
            <a:avLst/>
          </a:prstGeom>
          <a:noFill/>
          <a:ln>
            <a:noFill/>
          </a:ln>
        </p:spPr>
        <p:txBody>
          <a:bodyPr anchorCtr="0" anchor="t" bIns="45700" lIns="91425" spcFirstLastPara="1" rIns="91425" wrap="square" tIns="45700">
            <a:noAutofit/>
          </a:bodyPr>
          <a:lstStyle/>
          <a:p>
            <a:pPr indent="0" lvl="0" marL="50799" rtl="0" algn="l">
              <a:lnSpc>
                <a:spcPct val="90000"/>
              </a:lnSpc>
              <a:spcBef>
                <a:spcPts val="1000"/>
              </a:spcBef>
              <a:spcAft>
                <a:spcPts val="0"/>
              </a:spcAft>
              <a:buSzPts val="2800"/>
              <a:buNone/>
            </a:pPr>
            <a:r>
              <a:rPr lang="en-US" sz="1800">
                <a:solidFill>
                  <a:srgbClr val="FF0000"/>
                </a:solidFill>
              </a:rPr>
              <a:t>Mục tiêu đề tài</a:t>
            </a:r>
            <a:endParaRPr/>
          </a:p>
          <a:p>
            <a:pPr indent="-406390" lvl="0" marL="457189" rtl="0" algn="l">
              <a:lnSpc>
                <a:spcPct val="90000"/>
              </a:lnSpc>
              <a:spcBef>
                <a:spcPts val="1000"/>
              </a:spcBef>
              <a:spcAft>
                <a:spcPts val="0"/>
              </a:spcAft>
              <a:buSzPts val="2800"/>
              <a:buChar char="•"/>
            </a:pPr>
            <a:r>
              <a:rPr lang="en-US" sz="1800"/>
              <a:t>Xây dựng một bản đồ số mang tính tương tác cao, giúp hiển thị rõ nét các sự kiện lịch sử của Việt Nam dựa trên các mốc thời gian và vị trí địa lý tương ứng. </a:t>
            </a:r>
            <a:endParaRPr/>
          </a:p>
          <a:p>
            <a:pPr indent="-406390" lvl="0" marL="457189" rtl="0" algn="l">
              <a:lnSpc>
                <a:spcPct val="90000"/>
              </a:lnSpc>
              <a:spcBef>
                <a:spcPts val="1000"/>
              </a:spcBef>
              <a:spcAft>
                <a:spcPts val="0"/>
              </a:spcAft>
              <a:buSzPts val="2800"/>
              <a:buChar char="•"/>
            </a:pPr>
            <a:r>
              <a:rPr lang="en-US" sz="1800"/>
              <a:t>Cung cấp công cụ hỗ trợ người dùng tra cứu, áp dụng bộ lọc và theo dõi thông tin chi tiết của các sự kiện một cách trực quan, sinh động. </a:t>
            </a:r>
            <a:endParaRPr/>
          </a:p>
          <a:p>
            <a:pPr indent="-406390" lvl="0" marL="457189" rtl="0" algn="l">
              <a:lnSpc>
                <a:spcPct val="90000"/>
              </a:lnSpc>
              <a:spcBef>
                <a:spcPts val="1000"/>
              </a:spcBef>
              <a:spcAft>
                <a:spcPts val="0"/>
              </a:spcAft>
              <a:buSzPts val="2800"/>
              <a:buChar char="•"/>
            </a:pPr>
            <a:r>
              <a:rPr lang="en-US" sz="1800"/>
              <a:t>Hỗ trợ ban quản trị hệ thống các chức năng toàn diện để nhập liệu, cập nhật, kiểm duyệt và xuất bản các thông tin lịch sử một cách chính xác. </a:t>
            </a:r>
            <a:endParaRPr/>
          </a:p>
          <a:p>
            <a:pPr indent="-406390" lvl="0" marL="457189" rtl="0" algn="l">
              <a:lnSpc>
                <a:spcPct val="90000"/>
              </a:lnSpc>
              <a:spcBef>
                <a:spcPts val="1000"/>
              </a:spcBef>
              <a:spcAft>
                <a:spcPts val="0"/>
              </a:spcAft>
              <a:buSzPts val="2800"/>
              <a:buChar char="•"/>
            </a:pPr>
            <a:r>
              <a:rPr lang="en-US" sz="1800"/>
              <a:t>Thiết lập một nền tảng cơ sở linh hoạt, sẵn sàng cho các đợt mở rộng trong tương lai như bổ sung thêm hình ảnh, tài liệu tham khảo, các tuyến đường hành quân, vùng lãnh thổ hoặc các lớp bản đồ chuyên sâu. </a:t>
            </a:r>
            <a:endParaRPr/>
          </a:p>
          <a:p>
            <a:pPr indent="-228590" lvl="0" marL="457189" marR="0" rtl="0" algn="l">
              <a:lnSpc>
                <a:spcPct val="90000"/>
              </a:lnSpc>
              <a:spcBef>
                <a:spcPts val="1000"/>
              </a:spcBef>
              <a:spcAft>
                <a:spcPts val="0"/>
              </a:spcAft>
              <a:buClr>
                <a:schemeClr val="dk1"/>
              </a:buClr>
              <a:buSzPts val="2800"/>
              <a:buFont typeface="Arial"/>
              <a:buNone/>
            </a:pPr>
            <a:r>
              <a:t/>
            </a:r>
            <a:endParaRPr sz="1400"/>
          </a:p>
        </p:txBody>
      </p:sp>
      <p:sp>
        <p:nvSpPr>
          <p:cNvPr id="157" name="Google Shape;157;p8"/>
          <p:cNvSpPr txBox="1"/>
          <p:nvPr>
            <p:ph idx="12" type="sldNum"/>
          </p:nvPr>
        </p:nvSpPr>
        <p:spPr>
          <a:xfrm>
            <a:off x="6851523" y="6492875"/>
            <a:ext cx="2057400" cy="286506"/>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9"/>
          <p:cNvSpPr txBox="1"/>
          <p:nvPr>
            <p:ph idx="12" type="sldNum"/>
          </p:nvPr>
        </p:nvSpPr>
        <p:spPr>
          <a:xfrm>
            <a:off x="7349490" y="6523196"/>
            <a:ext cx="1543050" cy="273844"/>
          </a:xfrm>
          <a:prstGeom prst="rect">
            <a:avLst/>
          </a:prstGeom>
          <a:noFill/>
          <a:ln>
            <a:noFill/>
          </a:ln>
        </p:spPr>
        <p:txBody>
          <a:bodyPr anchorCtr="0" anchor="t" bIns="34275" lIns="68550" spcFirstLastPara="1" rIns="68550" wrap="square" tIns="34275">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latin typeface="Lato"/>
                <a:ea typeface="Lato"/>
                <a:cs typeface="Lato"/>
                <a:sym typeface="Lato"/>
              </a:rPr>
              <a:t>‹#›</a:t>
            </a:fld>
            <a:endParaRPr>
              <a:latin typeface="Lato"/>
              <a:ea typeface="Lato"/>
              <a:cs typeface="Lato"/>
              <a:sym typeface="Lato"/>
            </a:endParaRPr>
          </a:p>
        </p:txBody>
      </p:sp>
      <p:sp>
        <p:nvSpPr>
          <p:cNvPr id="163" name="Google Shape;163;p9"/>
          <p:cNvSpPr txBox="1"/>
          <p:nvPr>
            <p:ph type="title"/>
          </p:nvPr>
        </p:nvSpPr>
        <p:spPr>
          <a:xfrm>
            <a:off x="1281960" y="925067"/>
            <a:ext cx="6505385" cy="338804"/>
          </a:xfrm>
          <a:prstGeom prst="rect">
            <a:avLst/>
          </a:prstGeom>
          <a:noFill/>
          <a:ln>
            <a:noFill/>
          </a:ln>
        </p:spPr>
        <p:txBody>
          <a:bodyPr anchorCtr="0" anchor="t" bIns="34275" lIns="68550" spcFirstLastPara="1" rIns="68550" wrap="square" tIns="34275">
            <a:noAutofit/>
          </a:bodyPr>
          <a:lstStyle/>
          <a:p>
            <a:pPr indent="0" lvl="0" marL="0" marR="0" rtl="0" algn="l">
              <a:lnSpc>
                <a:spcPct val="90000"/>
              </a:lnSpc>
              <a:spcBef>
                <a:spcPts val="0"/>
              </a:spcBef>
              <a:spcAft>
                <a:spcPts val="0"/>
              </a:spcAft>
              <a:buClr>
                <a:schemeClr val="lt1"/>
              </a:buClr>
              <a:buSzPts val="2800"/>
              <a:buFont typeface="Lato"/>
              <a:buNone/>
            </a:pPr>
            <a:r>
              <a:rPr lang="en-US">
                <a:latin typeface="Lato"/>
                <a:ea typeface="Lato"/>
                <a:cs typeface="Lato"/>
                <a:sym typeface="Lato"/>
              </a:rPr>
              <a:t>Phân tích yêu cầu người dùng</a:t>
            </a:r>
            <a:endParaRPr>
              <a:latin typeface="Lato"/>
              <a:ea typeface="Lato"/>
              <a:cs typeface="Lato"/>
              <a:sym typeface="Lato"/>
            </a:endParaRPr>
          </a:p>
        </p:txBody>
      </p:sp>
      <p:sp>
        <p:nvSpPr>
          <p:cNvPr id="164" name="Google Shape;164;p9"/>
          <p:cNvSpPr txBox="1"/>
          <p:nvPr>
            <p:ph idx="1" type="body"/>
          </p:nvPr>
        </p:nvSpPr>
        <p:spPr>
          <a:xfrm>
            <a:off x="1319213" y="1808801"/>
            <a:ext cx="6505575" cy="3977545"/>
          </a:xfrm>
          <a:prstGeom prst="rect">
            <a:avLst/>
          </a:prstGeom>
          <a:noFill/>
          <a:ln>
            <a:noFill/>
          </a:ln>
        </p:spPr>
        <p:txBody>
          <a:bodyPr anchorCtr="0" anchor="t" bIns="34275" lIns="68550" spcFirstLastPara="1" rIns="68550" wrap="square" tIns="34275">
            <a:noAutofit/>
          </a:bodyPr>
          <a:lstStyle/>
          <a:p>
            <a:pPr indent="0" lvl="0" marL="0" rtl="0" algn="l">
              <a:lnSpc>
                <a:spcPct val="90000"/>
              </a:lnSpc>
              <a:spcBef>
                <a:spcPts val="0"/>
              </a:spcBef>
              <a:spcAft>
                <a:spcPts val="0"/>
              </a:spcAft>
              <a:buSzPts val="2800"/>
              <a:buNone/>
            </a:pPr>
            <a:r>
              <a:rPr lang="en-US">
                <a:latin typeface="Lato"/>
                <a:ea typeface="Lato"/>
                <a:cs typeface="Lato"/>
                <a:sym typeface="Lato"/>
              </a:rPr>
              <a:t> </a:t>
            </a:r>
            <a:endParaRPr>
              <a:latin typeface="Lato"/>
              <a:ea typeface="Lato"/>
              <a:cs typeface="Lato"/>
              <a:sym typeface="Lato"/>
            </a:endParaRPr>
          </a:p>
        </p:txBody>
      </p:sp>
      <p:graphicFrame>
        <p:nvGraphicFramePr>
          <p:cNvPr id="165" name="Google Shape;165;p9"/>
          <p:cNvGraphicFramePr/>
          <p:nvPr/>
        </p:nvGraphicFramePr>
        <p:xfrm>
          <a:off x="476250" y="1160803"/>
          <a:ext cx="3000000" cy="3000000"/>
        </p:xfrm>
        <a:graphic>
          <a:graphicData uri="http://schemas.openxmlformats.org/drawingml/2006/table">
            <a:tbl>
              <a:tblPr>
                <a:noFill/>
                <a:tableStyleId>{07B05871-926E-4B30-99E0-B20CE4B63FE9}</a:tableStyleId>
              </a:tblPr>
              <a:tblGrid>
                <a:gridCol w="2345600"/>
                <a:gridCol w="5831600"/>
              </a:tblGrid>
              <a:tr h="336000">
                <a:tc>
                  <a:txBody>
                    <a:bodyPr/>
                    <a:lstStyle/>
                    <a:p>
                      <a:pPr indent="0" lvl="0" marL="0" marR="0" rtl="0" algn="ctr">
                        <a:spcBef>
                          <a:spcPts val="0"/>
                        </a:spcBef>
                        <a:spcAft>
                          <a:spcPts val="0"/>
                        </a:spcAft>
                        <a:buClr>
                          <a:schemeClr val="dk1"/>
                        </a:buClr>
                        <a:buSzPts val="1800"/>
                        <a:buFont typeface="Calibri"/>
                        <a:buNone/>
                      </a:pPr>
                      <a:r>
                        <a:rPr b="1" lang="en-US" sz="1600" u="none" cap="none" strike="noStrike">
                          <a:solidFill>
                            <a:schemeClr val="dk1"/>
                          </a:solidFill>
                        </a:rPr>
                        <a:t>Đối tượng</a:t>
                      </a:r>
                      <a:endParaRPr sz="1600" u="none" cap="none" strike="noStrike">
                        <a:solidFill>
                          <a:schemeClr val="dk1"/>
                        </a:solidFill>
                      </a:endParaRPr>
                    </a:p>
                  </a:txBody>
                  <a:tcPr marT="0" marB="0" marR="51425" marL="5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AF7"/>
                    </a:solidFill>
                  </a:tcPr>
                </a:tc>
                <a:tc>
                  <a:txBody>
                    <a:bodyPr/>
                    <a:lstStyle/>
                    <a:p>
                      <a:pPr indent="0" lvl="0" marL="0" marR="0" rtl="0" algn="ctr">
                        <a:spcBef>
                          <a:spcPts val="0"/>
                        </a:spcBef>
                        <a:spcAft>
                          <a:spcPts val="0"/>
                        </a:spcAft>
                        <a:buClr>
                          <a:schemeClr val="dk1"/>
                        </a:buClr>
                        <a:buSzPts val="1800"/>
                        <a:buFont typeface="Calibri"/>
                        <a:buNone/>
                      </a:pPr>
                      <a:r>
                        <a:rPr b="1" lang="en-US" sz="1600" u="none" cap="none" strike="noStrike">
                          <a:solidFill>
                            <a:schemeClr val="dk1"/>
                          </a:solidFill>
                        </a:rPr>
                        <a:t>Mục đích sử dụng</a:t>
                      </a:r>
                      <a:endParaRPr sz="1600" u="none" cap="none" strike="noStrike">
                        <a:solidFill>
                          <a:schemeClr val="dk1"/>
                        </a:solidFill>
                      </a:endParaRPr>
                    </a:p>
                  </a:txBody>
                  <a:tcPr marT="0" marB="0" marR="51425" marL="5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AF7"/>
                    </a:solidFill>
                  </a:tcPr>
                </a:tc>
              </a:tr>
              <a:tr h="672025">
                <a:tc>
                  <a:txBody>
                    <a:bodyPr/>
                    <a:lstStyle/>
                    <a:p>
                      <a:pPr indent="0" lvl="0" marL="0" marR="0" rtl="0" algn="ctr">
                        <a:spcBef>
                          <a:spcPts val="0"/>
                        </a:spcBef>
                        <a:spcAft>
                          <a:spcPts val="0"/>
                        </a:spcAft>
                        <a:buClr>
                          <a:schemeClr val="dk1"/>
                        </a:buClr>
                        <a:buSzPts val="1800"/>
                        <a:buFont typeface="Calibri"/>
                        <a:buNone/>
                      </a:pPr>
                      <a:r>
                        <a:rPr lang="en-US" sz="1600" u="none" cap="none" strike="noStrike">
                          <a:solidFill>
                            <a:schemeClr val="dk1"/>
                          </a:solidFill>
                        </a:rPr>
                        <a:t>Học sinh, sinh viên</a:t>
                      </a:r>
                      <a:endParaRPr sz="1600" u="none" cap="none" strike="noStrike">
                        <a:solidFill>
                          <a:schemeClr val="dk1"/>
                        </a:solidFill>
                      </a:endParaRPr>
                    </a:p>
                  </a:txBody>
                  <a:tcPr marT="0" marB="0" marR="51425" marL="5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Calibri"/>
                        <a:buNone/>
                      </a:pPr>
                      <a:r>
                        <a:rPr lang="en-US" sz="1600" u="none" cap="none" strike="noStrike"/>
                        <a:t>Tra cứu sự kiện, tìm hiểu mối liên hệ giữa sự kiện lịch sử và vị trí địa lý.</a:t>
                      </a:r>
                      <a:endParaRPr sz="1600" u="none" cap="none" strike="noStrike"/>
                    </a:p>
                  </a:txBody>
                  <a:tcPr marT="0" marB="0" marR="51425" marL="5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72025">
                <a:tc>
                  <a:txBody>
                    <a:bodyPr/>
                    <a:lstStyle/>
                    <a:p>
                      <a:pPr indent="0" lvl="0" marL="0" marR="0" rtl="0" algn="ctr">
                        <a:spcBef>
                          <a:spcPts val="0"/>
                        </a:spcBef>
                        <a:spcAft>
                          <a:spcPts val="0"/>
                        </a:spcAft>
                        <a:buClr>
                          <a:schemeClr val="dk1"/>
                        </a:buClr>
                        <a:buSzPts val="1800"/>
                        <a:buFont typeface="Calibri"/>
                        <a:buNone/>
                      </a:pPr>
                      <a:r>
                        <a:rPr lang="en-US" sz="1600" u="none" cap="none" strike="noStrike">
                          <a:solidFill>
                            <a:schemeClr val="dk1"/>
                          </a:solidFill>
                        </a:rPr>
                        <a:t>Giáo viên, người thuyết trình</a:t>
                      </a:r>
                      <a:endParaRPr/>
                    </a:p>
                  </a:txBody>
                  <a:tcPr marT="0" marB="0" marR="51425" marL="5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Calibri"/>
                        <a:buNone/>
                      </a:pPr>
                      <a:r>
                        <a:rPr lang="en-US" sz="1600" u="none" cap="none" strike="noStrike"/>
                        <a:t>Dùng bản đồ để minh họa bài giảng</a:t>
                      </a:r>
                      <a:endParaRPr sz="1600" u="none" cap="none" strike="noStrike"/>
                    </a:p>
                    <a:p>
                      <a:pPr indent="0" lvl="0" marL="0" marR="0" rtl="0" algn="ctr">
                        <a:spcBef>
                          <a:spcPts val="0"/>
                        </a:spcBef>
                        <a:spcAft>
                          <a:spcPts val="0"/>
                        </a:spcAft>
                        <a:buClr>
                          <a:schemeClr val="dk1"/>
                        </a:buClr>
                        <a:buSzPts val="1800"/>
                        <a:buFont typeface="Calibri"/>
                        <a:buNone/>
                      </a:pPr>
                      <a:r>
                        <a:rPr lang="en-US" sz="1600" u="none" cap="none" strike="noStrike"/>
                        <a:t>Trình bày mạch sự kiện theo thời gian.</a:t>
                      </a:r>
                      <a:endParaRPr sz="1600" u="none" cap="none" strike="noStrike"/>
                    </a:p>
                  </a:txBody>
                  <a:tcPr marT="0" marB="0" marR="51425" marL="5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72025">
                <a:tc>
                  <a:txBody>
                    <a:bodyPr/>
                    <a:lstStyle/>
                    <a:p>
                      <a:pPr indent="0" lvl="0" marL="0" marR="0" rtl="0" algn="ctr">
                        <a:spcBef>
                          <a:spcPts val="0"/>
                        </a:spcBef>
                        <a:spcAft>
                          <a:spcPts val="0"/>
                        </a:spcAft>
                        <a:buClr>
                          <a:schemeClr val="dk1"/>
                        </a:buClr>
                        <a:buSzPts val="1800"/>
                        <a:buFont typeface="Calibri"/>
                        <a:buNone/>
                      </a:pPr>
                      <a:r>
                        <a:rPr lang="en-US" sz="1600" u="none" cap="none" strike="noStrike">
                          <a:solidFill>
                            <a:schemeClr val="dk1"/>
                          </a:solidFill>
                        </a:rPr>
                        <a:t>Người quan tâm đến lịch sử</a:t>
                      </a:r>
                      <a:endParaRPr sz="1600" u="none" cap="none" strike="noStrike">
                        <a:solidFill>
                          <a:schemeClr val="dk1"/>
                        </a:solidFill>
                      </a:endParaRPr>
                    </a:p>
                  </a:txBody>
                  <a:tcPr marT="0" marB="0" marR="51425" marL="5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Calibri"/>
                        <a:buNone/>
                      </a:pPr>
                      <a:r>
                        <a:rPr lang="en-US" sz="1600" u="none" cap="none" strike="noStrike"/>
                        <a:t>Khám phá các sự kiện lịch sử theo địa phương, thời kỳ hoặc chủ đề.</a:t>
                      </a:r>
                      <a:endParaRPr sz="1600" u="none" cap="none" strike="noStrike"/>
                    </a:p>
                  </a:txBody>
                  <a:tcPr marT="0" marB="0" marR="51425" marL="5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44825">
                <a:tc>
                  <a:txBody>
                    <a:bodyPr/>
                    <a:lstStyle/>
                    <a:p>
                      <a:pPr indent="0" lvl="0" marL="0" marR="0" rtl="0" algn="ctr">
                        <a:spcBef>
                          <a:spcPts val="0"/>
                        </a:spcBef>
                        <a:spcAft>
                          <a:spcPts val="0"/>
                        </a:spcAft>
                        <a:buClr>
                          <a:schemeClr val="dk1"/>
                        </a:buClr>
                        <a:buSzPts val="1800"/>
                        <a:buFont typeface="Calibri"/>
                        <a:buNone/>
                      </a:pPr>
                      <a:r>
                        <a:rPr lang="en-US" sz="1600" u="none" cap="none" strike="noStrike">
                          <a:solidFill>
                            <a:schemeClr val="dk1"/>
                          </a:solidFill>
                        </a:rPr>
                        <a:t>Quản trị viên</a:t>
                      </a:r>
                      <a:endParaRPr sz="1600" u="none" cap="none" strike="noStrike">
                        <a:solidFill>
                          <a:schemeClr val="dk1"/>
                        </a:solidFill>
                      </a:endParaRPr>
                    </a:p>
                  </a:txBody>
                  <a:tcPr marT="0" marB="0" marR="51425" marL="5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Calibri"/>
                        <a:buNone/>
                      </a:pPr>
                      <a:r>
                        <a:rPr lang="en-US" sz="1600" u="none" cap="none" strike="noStrike"/>
                        <a:t>Quản lý dữ liệu sự kiện, nguồn tư liệu, tọa độ và trạng thái xuất bản.</a:t>
                      </a:r>
                      <a:endParaRPr sz="1600" u="none" cap="none" strike="noStrike"/>
                    </a:p>
                  </a:txBody>
                  <a:tcPr marT="0" marB="0" marR="51425" marL="5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66" name="Google Shape;166;p9"/>
          <p:cNvSpPr/>
          <p:nvPr/>
        </p:nvSpPr>
        <p:spPr>
          <a:xfrm>
            <a:off x="1003544" y="5185519"/>
            <a:ext cx="417026" cy="276771"/>
          </a:xfrm>
          <a:prstGeom prst="rightArrow">
            <a:avLst>
              <a:gd fmla="val 50000" name="adj1"/>
              <a:gd fmla="val 50000" name="adj2"/>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Lato"/>
              <a:ea typeface="Lato"/>
              <a:cs typeface="Lato"/>
              <a:sym typeface="Lato"/>
            </a:endParaRPr>
          </a:p>
        </p:txBody>
      </p:sp>
      <p:sp>
        <p:nvSpPr>
          <p:cNvPr id="167" name="Google Shape;167;p9"/>
          <p:cNvSpPr/>
          <p:nvPr/>
        </p:nvSpPr>
        <p:spPr>
          <a:xfrm>
            <a:off x="1657350" y="4714876"/>
            <a:ext cx="5692140" cy="1218058"/>
          </a:xfrm>
          <a:prstGeom prst="flowChartTerminator">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1400">
                <a:solidFill>
                  <a:schemeClr val="lt1"/>
                </a:solidFill>
                <a:latin typeface="Lato"/>
                <a:ea typeface="Lato"/>
                <a:cs typeface="Lato"/>
                <a:sym typeface="Lato"/>
              </a:rPr>
              <a:t>Website được tạo nhằm giúp người dùng dễ dàng tìm hiểu lịch sử Việt Nam thông qua bản đồ trực quan. Việc kết hợp bản đồ với các mốc thời gian, triều đại và sự kiện giúp thông tin trở nên dễ hiểu, sinh động và thuận tiện hơn cho việc học tập, tra cứu.</a:t>
            </a:r>
            <a:endParaRPr/>
          </a:p>
        </p:txBody>
      </p:sp>
      <p:sp>
        <p:nvSpPr>
          <p:cNvPr id="168" name="Google Shape;168;p9"/>
          <p:cNvSpPr txBox="1"/>
          <p:nvPr/>
        </p:nvSpPr>
        <p:spPr>
          <a:xfrm>
            <a:off x="338795" y="36734"/>
            <a:ext cx="744855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lt1"/>
                </a:solidFill>
                <a:latin typeface="Lato"/>
                <a:ea typeface="Lato"/>
                <a:cs typeface="Lato"/>
                <a:sym typeface="Lato"/>
              </a:rPr>
              <a:t>3. Đối tượng sử dụng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0"/>
          <p:cNvSpPr txBox="1"/>
          <p:nvPr/>
        </p:nvSpPr>
        <p:spPr>
          <a:xfrm>
            <a:off x="4093111" y="3136612"/>
            <a:ext cx="554854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BF2135"/>
                </a:solidFill>
                <a:latin typeface="Lato"/>
                <a:ea typeface="Lato"/>
                <a:cs typeface="Lato"/>
                <a:sym typeface="Lato"/>
              </a:rPr>
              <a:t>3. TIMELINE DỰ KIẾN</a:t>
            </a:r>
            <a:endParaRPr b="1" sz="3200">
              <a:solidFill>
                <a:srgbClr val="BF2135"/>
              </a:solidFill>
              <a:latin typeface="Lato"/>
              <a:ea typeface="Lato"/>
              <a:cs typeface="Lato"/>
              <a:sym typeface="Lato"/>
            </a:endParaRPr>
          </a:p>
        </p:txBody>
      </p:sp>
      <p:sp>
        <p:nvSpPr>
          <p:cNvPr id="174" name="Google Shape;174;p10"/>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1"/>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
        <p:nvSpPr>
          <p:cNvPr id="180" name="Google Shape;180;p11"/>
          <p:cNvSpPr txBox="1"/>
          <p:nvPr>
            <p:ph type="title"/>
          </p:nvPr>
        </p:nvSpPr>
        <p:spPr>
          <a:xfrm>
            <a:off x="235077" y="78619"/>
            <a:ext cx="8673846"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t>Timeline dự kiến</a:t>
            </a:r>
            <a:endParaRPr/>
          </a:p>
        </p:txBody>
      </p:sp>
      <p:pic>
        <p:nvPicPr>
          <p:cNvPr id="181" name="Google Shape;181;p11"/>
          <p:cNvPicPr preferRelativeResize="0"/>
          <p:nvPr/>
        </p:nvPicPr>
        <p:blipFill rotWithShape="1">
          <a:blip r:embed="rId3">
            <a:alphaModFix/>
          </a:blip>
          <a:srcRect b="0" l="0" r="0" t="0"/>
          <a:stretch/>
        </p:blipFill>
        <p:spPr>
          <a:xfrm>
            <a:off x="118592" y="987206"/>
            <a:ext cx="8906815" cy="50706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txBox="1"/>
          <p:nvPr/>
        </p:nvSpPr>
        <p:spPr>
          <a:xfrm>
            <a:off x="3985981" y="3136612"/>
            <a:ext cx="554854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BF2135"/>
                </a:solidFill>
                <a:latin typeface="Lato"/>
                <a:ea typeface="Lato"/>
                <a:cs typeface="Lato"/>
                <a:sym typeface="Lato"/>
              </a:rPr>
              <a:t>4. YÊU CẦU HỆ THỐNG</a:t>
            </a:r>
            <a:endParaRPr b="1" sz="3200">
              <a:solidFill>
                <a:srgbClr val="BF2135"/>
              </a:solidFill>
              <a:latin typeface="Lato"/>
              <a:ea typeface="Lato"/>
              <a:cs typeface="Lato"/>
              <a:sym typeface="Lato"/>
            </a:endParaRPr>
          </a:p>
        </p:txBody>
      </p:sp>
      <p:sp>
        <p:nvSpPr>
          <p:cNvPr id="187" name="Google Shape;187;p12"/>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ph type="title"/>
          </p:nvPr>
        </p:nvSpPr>
        <p:spPr>
          <a:xfrm>
            <a:off x="235079" y="78618"/>
            <a:ext cx="8673847"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FFFFFF"/>
              </a:buClr>
              <a:buSzPts val="2100"/>
              <a:buNone/>
            </a:pPr>
            <a:r>
              <a:rPr lang="en-US">
                <a:solidFill>
                  <a:srgbClr val="FFFFFF"/>
                </a:solidFill>
              </a:rPr>
              <a:t>1. Yêu cầu chức năng</a:t>
            </a:r>
            <a:endParaRPr sz="3600"/>
          </a:p>
        </p:txBody>
      </p:sp>
      <p:sp>
        <p:nvSpPr>
          <p:cNvPr id="193" name="Google Shape;193;p13"/>
          <p:cNvSpPr/>
          <p:nvPr/>
        </p:nvSpPr>
        <p:spPr>
          <a:xfrm>
            <a:off x="404302" y="1024128"/>
            <a:ext cx="1984248" cy="914400"/>
          </a:xfrm>
          <a:prstGeom prst="rect">
            <a:avLst/>
          </a:prstGeom>
          <a:solidFill>
            <a:srgbClr val="F6F1F1"/>
          </a:solidFill>
          <a:ln cap="flat" cmpd="sng" w="12700">
            <a:solidFill>
              <a:srgbClr val="C00000"/>
            </a:solidFill>
            <a:prstDash val="solid"/>
            <a:miter lim="8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lang="en-US" sz="2600">
                <a:solidFill>
                  <a:srgbClr val="C00000"/>
                </a:solidFill>
                <a:latin typeface="Lato"/>
                <a:ea typeface="Lato"/>
                <a:cs typeface="Lato"/>
                <a:sym typeface="Lato"/>
              </a:rPr>
              <a:t>35</a:t>
            </a:r>
            <a:endParaRPr sz="1800">
              <a:solidFill>
                <a:schemeClr val="dk1"/>
              </a:solidFill>
              <a:latin typeface="Lato"/>
              <a:ea typeface="Lato"/>
              <a:cs typeface="Lato"/>
              <a:sym typeface="Lato"/>
            </a:endParaRPr>
          </a:p>
          <a:p>
            <a:pPr indent="0" lvl="0" marL="0" marR="0" rtl="0" algn="ctr">
              <a:spcBef>
                <a:spcPts val="100"/>
              </a:spcBef>
              <a:spcAft>
                <a:spcPts val="0"/>
              </a:spcAft>
              <a:buNone/>
            </a:pPr>
            <a:r>
              <a:rPr lang="en-US" sz="1151">
                <a:solidFill>
                  <a:srgbClr val="262626"/>
                </a:solidFill>
                <a:latin typeface="Lato"/>
                <a:ea typeface="Lato"/>
                <a:cs typeface="Lato"/>
                <a:sym typeface="Lato"/>
              </a:rPr>
              <a:t>Yêu cầu chức năng</a:t>
            </a:r>
            <a:endParaRPr sz="1800">
              <a:solidFill>
                <a:schemeClr val="dk1"/>
              </a:solidFill>
              <a:latin typeface="Lato"/>
              <a:ea typeface="Lato"/>
              <a:cs typeface="Lato"/>
              <a:sym typeface="Lato"/>
            </a:endParaRPr>
          </a:p>
        </p:txBody>
      </p:sp>
      <p:sp>
        <p:nvSpPr>
          <p:cNvPr id="194" name="Google Shape;194;p13"/>
          <p:cNvSpPr/>
          <p:nvPr/>
        </p:nvSpPr>
        <p:spPr>
          <a:xfrm>
            <a:off x="2514600" y="1024128"/>
            <a:ext cx="1984248" cy="914400"/>
          </a:xfrm>
          <a:prstGeom prst="rect">
            <a:avLst/>
          </a:prstGeom>
          <a:solidFill>
            <a:srgbClr val="F6F1F1"/>
          </a:solidFill>
          <a:ln cap="flat" cmpd="sng" w="12700">
            <a:solidFill>
              <a:srgbClr val="C00000"/>
            </a:solidFill>
            <a:prstDash val="solid"/>
            <a:miter lim="8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lang="en-US" sz="2600">
                <a:solidFill>
                  <a:srgbClr val="C00000"/>
                </a:solidFill>
                <a:latin typeface="Lato"/>
                <a:ea typeface="Lato"/>
                <a:cs typeface="Lato"/>
                <a:sym typeface="Lato"/>
              </a:rPr>
              <a:t>20</a:t>
            </a:r>
            <a:endParaRPr sz="1800">
              <a:solidFill>
                <a:schemeClr val="dk1"/>
              </a:solidFill>
              <a:latin typeface="Lato"/>
              <a:ea typeface="Lato"/>
              <a:cs typeface="Lato"/>
              <a:sym typeface="Lato"/>
            </a:endParaRPr>
          </a:p>
          <a:p>
            <a:pPr indent="0" lvl="0" marL="0" marR="0" rtl="0" algn="ctr">
              <a:spcBef>
                <a:spcPts val="100"/>
              </a:spcBef>
              <a:spcAft>
                <a:spcPts val="0"/>
              </a:spcAft>
              <a:buNone/>
            </a:pPr>
            <a:r>
              <a:rPr lang="en-US" sz="1151">
                <a:solidFill>
                  <a:srgbClr val="262626"/>
                </a:solidFill>
                <a:latin typeface="Lato"/>
                <a:ea typeface="Lato"/>
                <a:cs typeface="Lato"/>
                <a:sym typeface="Lato"/>
              </a:rPr>
              <a:t>Must have (MVP)</a:t>
            </a:r>
            <a:endParaRPr sz="1800">
              <a:solidFill>
                <a:schemeClr val="dk1"/>
              </a:solidFill>
              <a:latin typeface="Lato"/>
              <a:ea typeface="Lato"/>
              <a:cs typeface="Lato"/>
              <a:sym typeface="Lato"/>
            </a:endParaRPr>
          </a:p>
        </p:txBody>
      </p:sp>
      <p:sp>
        <p:nvSpPr>
          <p:cNvPr id="195" name="Google Shape;195;p13"/>
          <p:cNvSpPr/>
          <p:nvPr/>
        </p:nvSpPr>
        <p:spPr>
          <a:xfrm>
            <a:off x="4645152" y="1024128"/>
            <a:ext cx="1984248" cy="914400"/>
          </a:xfrm>
          <a:prstGeom prst="rect">
            <a:avLst/>
          </a:prstGeom>
          <a:solidFill>
            <a:srgbClr val="F6F1F1"/>
          </a:solidFill>
          <a:ln cap="flat" cmpd="sng" w="12700">
            <a:solidFill>
              <a:srgbClr val="C00000"/>
            </a:solidFill>
            <a:prstDash val="solid"/>
            <a:miter lim="8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lang="en-US" sz="2600">
                <a:solidFill>
                  <a:srgbClr val="C00000"/>
                </a:solidFill>
                <a:latin typeface="Lato"/>
                <a:ea typeface="Lato"/>
                <a:cs typeface="Lato"/>
                <a:sym typeface="Lato"/>
              </a:rPr>
              <a:t>10</a:t>
            </a:r>
            <a:endParaRPr sz="1800">
              <a:solidFill>
                <a:schemeClr val="dk1"/>
              </a:solidFill>
              <a:latin typeface="Lato"/>
              <a:ea typeface="Lato"/>
              <a:cs typeface="Lato"/>
              <a:sym typeface="Lato"/>
            </a:endParaRPr>
          </a:p>
          <a:p>
            <a:pPr indent="0" lvl="0" marL="0" marR="0" rtl="0" algn="ctr">
              <a:spcBef>
                <a:spcPts val="100"/>
              </a:spcBef>
              <a:spcAft>
                <a:spcPts val="0"/>
              </a:spcAft>
              <a:buNone/>
            </a:pPr>
            <a:r>
              <a:rPr lang="en-US" sz="1151">
                <a:solidFill>
                  <a:srgbClr val="262626"/>
                </a:solidFill>
                <a:latin typeface="Lato"/>
                <a:ea typeface="Lato"/>
                <a:cs typeface="Lato"/>
                <a:sym typeface="Lato"/>
              </a:rPr>
              <a:t>Should have</a:t>
            </a:r>
            <a:endParaRPr sz="1800">
              <a:solidFill>
                <a:schemeClr val="dk1"/>
              </a:solidFill>
              <a:latin typeface="Lato"/>
              <a:ea typeface="Lato"/>
              <a:cs typeface="Lato"/>
              <a:sym typeface="Lato"/>
            </a:endParaRPr>
          </a:p>
        </p:txBody>
      </p:sp>
      <p:sp>
        <p:nvSpPr>
          <p:cNvPr id="196" name="Google Shape;196;p13"/>
          <p:cNvSpPr/>
          <p:nvPr/>
        </p:nvSpPr>
        <p:spPr>
          <a:xfrm>
            <a:off x="6775704" y="1024128"/>
            <a:ext cx="1984248" cy="914400"/>
          </a:xfrm>
          <a:prstGeom prst="rect">
            <a:avLst/>
          </a:prstGeom>
          <a:solidFill>
            <a:srgbClr val="F6F1F1"/>
          </a:solidFill>
          <a:ln cap="flat" cmpd="sng" w="12700">
            <a:solidFill>
              <a:srgbClr val="C00000"/>
            </a:solidFill>
            <a:prstDash val="solid"/>
            <a:miter lim="8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lang="en-US" sz="2600">
                <a:solidFill>
                  <a:srgbClr val="C00000"/>
                </a:solidFill>
                <a:latin typeface="Lato"/>
                <a:ea typeface="Lato"/>
                <a:cs typeface="Lato"/>
                <a:sym typeface="Lato"/>
              </a:rPr>
              <a:t>5</a:t>
            </a:r>
            <a:endParaRPr sz="1800">
              <a:solidFill>
                <a:schemeClr val="dk1"/>
              </a:solidFill>
              <a:latin typeface="Lato"/>
              <a:ea typeface="Lato"/>
              <a:cs typeface="Lato"/>
              <a:sym typeface="Lato"/>
            </a:endParaRPr>
          </a:p>
          <a:p>
            <a:pPr indent="0" lvl="0" marL="0" marR="0" rtl="0" algn="ctr">
              <a:spcBef>
                <a:spcPts val="100"/>
              </a:spcBef>
              <a:spcAft>
                <a:spcPts val="0"/>
              </a:spcAft>
              <a:buNone/>
            </a:pPr>
            <a:r>
              <a:rPr lang="en-US" sz="1151">
                <a:solidFill>
                  <a:srgbClr val="262626"/>
                </a:solidFill>
                <a:latin typeface="Lato"/>
                <a:ea typeface="Lato"/>
                <a:cs typeface="Lato"/>
                <a:sym typeface="Lato"/>
              </a:rPr>
              <a:t>Could have</a:t>
            </a:r>
            <a:endParaRPr sz="1800">
              <a:solidFill>
                <a:schemeClr val="dk1"/>
              </a:solidFill>
              <a:latin typeface="Lato"/>
              <a:ea typeface="Lato"/>
              <a:cs typeface="Lato"/>
              <a:sym typeface="Lato"/>
            </a:endParaRPr>
          </a:p>
        </p:txBody>
      </p:sp>
      <p:graphicFrame>
        <p:nvGraphicFramePr>
          <p:cNvPr id="197" name="Google Shape;197;p13"/>
          <p:cNvGraphicFramePr/>
          <p:nvPr/>
        </p:nvGraphicFramePr>
        <p:xfrm>
          <a:off x="384053" y="2148846"/>
          <a:ext cx="3000000" cy="3000000"/>
        </p:xfrm>
        <a:graphic>
          <a:graphicData uri="http://schemas.openxmlformats.org/drawingml/2006/table">
            <a:tbl>
              <a:tblPr>
                <a:noFill/>
                <a:tableStyleId>{07B05871-926E-4B30-99E0-B20CE4B63FE9}</a:tableStyleId>
              </a:tblPr>
              <a:tblGrid>
                <a:gridCol w="2121400"/>
                <a:gridCol w="1316725"/>
                <a:gridCol w="4937750"/>
              </a:tblGrid>
              <a:tr h="310900">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Phân hệ</a:t>
                      </a:r>
                      <a:endParaRPr sz="1200" u="none" cap="none" strike="noStrike">
                        <a:latin typeface="Lato"/>
                        <a:ea typeface="Lato"/>
                        <a:cs typeface="Lato"/>
                        <a:sym typeface="Lato"/>
                      </a:endParaRPr>
                    </a:p>
                  </a:txBody>
                  <a:tcPr marT="45725" marB="45725" marR="91450" marL="91450" anchor="ctr">
                    <a:solidFill>
                      <a:srgbClr val="C00000"/>
                    </a:solidFill>
                  </a:tcPr>
                </a:tc>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Mã</a:t>
                      </a:r>
                      <a:endParaRPr sz="1200" u="none" cap="none" strike="noStrike">
                        <a:latin typeface="Lato"/>
                        <a:ea typeface="Lato"/>
                        <a:cs typeface="Lato"/>
                        <a:sym typeface="Lato"/>
                      </a:endParaRPr>
                    </a:p>
                  </a:txBody>
                  <a:tcPr marT="45725" marB="45725" marR="91450" marL="91450" anchor="ctr">
                    <a:solidFill>
                      <a:srgbClr val="C00000"/>
                    </a:solidFill>
                  </a:tcPr>
                </a:tc>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Nội dung tiêu biểu</a:t>
                      </a:r>
                      <a:endParaRPr sz="1200" u="none" cap="none" strike="noStrike">
                        <a:latin typeface="Lato"/>
                        <a:ea typeface="Lato"/>
                        <a:cs typeface="Lato"/>
                        <a:sym typeface="Lato"/>
                      </a:endParaRPr>
                    </a:p>
                  </a:txBody>
                  <a:tcPr marT="45725" marB="45725" marR="91450" marL="91450" anchor="ctr">
                    <a:solidFill>
                      <a:srgbClr val="C00000"/>
                    </a:solidFill>
                  </a:tcPr>
                </a:tc>
              </a:tr>
              <a:tr h="512075">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A – Bản đồ &amp; hiển thị</a:t>
                      </a:r>
                      <a:endParaRPr sz="1200" u="none" cap="none" strike="noStrike">
                        <a:latin typeface="Lato"/>
                        <a:ea typeface="Lato"/>
                        <a:cs typeface="Lato"/>
                        <a:sym typeface="Lato"/>
                      </a:endParaRPr>
                    </a:p>
                  </a:txBody>
                  <a:tcPr marT="45725" marB="45725" marR="91450" marL="91450" anchor="ctr">
                    <a:solidFill>
                      <a:srgbClr val="F6F1F1"/>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FR-01 → FR-06</a:t>
                      </a:r>
                      <a:endParaRPr/>
                    </a:p>
                  </a:txBody>
                  <a:tcPr marT="45725" marB="45725" marR="91450" marL="91450" anchor="ctr">
                    <a:solidFill>
                      <a:srgbClr val="F6F1F1"/>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Hiển thị bản đồ Việt Nam, các khu vực và địa danh lịch sử</a:t>
                      </a:r>
                      <a:endParaRPr/>
                    </a:p>
                  </a:txBody>
                  <a:tcPr marT="45725" marB="45725" marR="91450" marL="91450" anchor="ctr">
                    <a:solidFill>
                      <a:srgbClr val="F6F1F1"/>
                    </a:solidFill>
                  </a:tcPr>
                </a:tc>
              </a:tr>
              <a:tr h="512075">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B – Sự kiện lịch sử</a:t>
                      </a:r>
                      <a:endParaRPr sz="1200" u="none" cap="none" strike="noStrike">
                        <a:latin typeface="Lato"/>
                        <a:ea typeface="Lato"/>
                        <a:cs typeface="Lato"/>
                        <a:sym typeface="Lato"/>
                      </a:endParaRPr>
                    </a:p>
                  </a:txBody>
                  <a:tcPr marT="45725" marB="45725" marR="91450" marL="91450" anchor="ctr">
                    <a:solidFill>
                      <a:srgbClr val="FFFFFF"/>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FR-07 → FR-13</a:t>
                      </a:r>
                      <a:endParaRPr/>
                    </a:p>
                  </a:txBody>
                  <a:tcPr marT="45725" marB="45725" marR="91450" marL="91450" anchor="ctr">
                    <a:solidFill>
                      <a:srgbClr val="FFFFFF"/>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Hiển thị sự kiện, niên đại, diễn biến và thông tin chi tiết</a:t>
                      </a:r>
                      <a:endParaRPr/>
                    </a:p>
                  </a:txBody>
                  <a:tcPr marT="45725" marB="45725" marR="91450" marL="91450" anchor="ctr">
                    <a:solidFill>
                      <a:srgbClr val="FFFFFF"/>
                    </a:solidFill>
                  </a:tcPr>
                </a:tc>
              </a:tr>
              <a:tr h="512075">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C – Nhân vật lịch sử</a:t>
                      </a:r>
                      <a:endParaRPr sz="1200" u="none" cap="none" strike="noStrike">
                        <a:latin typeface="Lato"/>
                        <a:ea typeface="Lato"/>
                        <a:cs typeface="Lato"/>
                        <a:sym typeface="Lato"/>
                      </a:endParaRPr>
                    </a:p>
                  </a:txBody>
                  <a:tcPr marT="45725" marB="45725" marR="91450" marL="91450" anchor="ctr">
                    <a:solidFill>
                      <a:srgbClr val="F6F1F1"/>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FR-14 → FR-18</a:t>
                      </a:r>
                      <a:endParaRPr/>
                    </a:p>
                  </a:txBody>
                  <a:tcPr marT="45725" marB="45725" marR="91450" marL="91450" anchor="ctr">
                    <a:solidFill>
                      <a:srgbClr val="F6F1F1"/>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Tra cứu nhân vật, tiểu sử, đóng góp và các sự kiện liên quan</a:t>
                      </a:r>
                      <a:endParaRPr/>
                    </a:p>
                  </a:txBody>
                  <a:tcPr marT="45725" marB="45725" marR="91450" marL="91450" anchor="ctr">
                    <a:solidFill>
                      <a:srgbClr val="F6F1F1"/>
                    </a:solidFill>
                  </a:tcPr>
                </a:tc>
              </a:tr>
              <a:tr h="512075">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D – Tìm kiếm &amp; bộ lọc</a:t>
                      </a:r>
                      <a:endParaRPr sz="1200" u="none" cap="none" strike="noStrike">
                        <a:latin typeface="Lato"/>
                        <a:ea typeface="Lato"/>
                        <a:cs typeface="Lato"/>
                        <a:sym typeface="Lato"/>
                      </a:endParaRPr>
                    </a:p>
                  </a:txBody>
                  <a:tcPr marT="45725" marB="45725" marR="91450" marL="91450" anchor="ctr">
                    <a:solidFill>
                      <a:srgbClr val="FFFFFF"/>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FR-19 → FR-24</a:t>
                      </a:r>
                      <a:endParaRPr/>
                    </a:p>
                  </a:txBody>
                  <a:tcPr marT="45725" marB="45725" marR="91450" marL="91450" anchor="ctr">
                    <a:solidFill>
                      <a:srgbClr val="FFFFFF"/>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Tìm kiếm theo tên, thời gian, địa điểm, giai đoạn và chủ đề</a:t>
                      </a:r>
                      <a:endParaRPr/>
                    </a:p>
                  </a:txBody>
                  <a:tcPr marT="45725" marB="45725" marR="91450" marL="91450" anchor="ctr">
                    <a:solidFill>
                      <a:srgbClr val="FFFFFF"/>
                    </a:solidFill>
                  </a:tcPr>
                </a:tc>
              </a:tr>
              <a:tr h="512075">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E – Tư liệu &amp; tham khảo</a:t>
                      </a:r>
                      <a:endParaRPr sz="1200" u="none" cap="none" strike="noStrike">
                        <a:latin typeface="Lato"/>
                        <a:ea typeface="Lato"/>
                        <a:cs typeface="Lato"/>
                        <a:sym typeface="Lato"/>
                      </a:endParaRPr>
                    </a:p>
                  </a:txBody>
                  <a:tcPr marT="45725" marB="45725" marR="91450" marL="91450" anchor="ctr">
                    <a:solidFill>
                      <a:srgbClr val="F6F1F1"/>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FR-25 → FR-30</a:t>
                      </a:r>
                      <a:endParaRPr/>
                    </a:p>
                  </a:txBody>
                  <a:tcPr marT="45725" marB="45725" marR="91450" marL="91450" anchor="ctr">
                    <a:solidFill>
                      <a:srgbClr val="F6F1F1"/>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Hình ảnh, tư liệu, nguồn tham khảo và liên kết tài liệu</a:t>
                      </a:r>
                      <a:endParaRPr/>
                    </a:p>
                  </a:txBody>
                  <a:tcPr marT="45725" marB="45725" marR="91450" marL="91450" anchor="ctr">
                    <a:solidFill>
                      <a:srgbClr val="F6F1F1"/>
                    </a:solidFill>
                  </a:tcPr>
                </a:tc>
              </a:tr>
              <a:tr h="512075">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F – Quản trị &amp; cập nhật</a:t>
                      </a:r>
                      <a:endParaRPr sz="1200" u="none" cap="none" strike="noStrike">
                        <a:latin typeface="Lato"/>
                        <a:ea typeface="Lato"/>
                        <a:cs typeface="Lato"/>
                        <a:sym typeface="Lato"/>
                      </a:endParaRPr>
                    </a:p>
                  </a:txBody>
                  <a:tcPr marT="45725" marB="45725" marR="91450" marL="91450" anchor="ctr">
                    <a:solidFill>
                      <a:srgbClr val="FFFFFF"/>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FR-31 → FR-35</a:t>
                      </a:r>
                      <a:endParaRPr/>
                    </a:p>
                  </a:txBody>
                  <a:tcPr marT="45725" marB="45725" marR="91450" marL="91450" anchor="ctr">
                    <a:solidFill>
                      <a:srgbClr val="FFFFFF"/>
                    </a:solidFill>
                  </a:tcPr>
                </a:tc>
                <a:tc>
                  <a:txBody>
                    <a:bodyPr/>
                    <a:lstStyle/>
                    <a:p>
                      <a:pPr indent="0" lvl="0" marL="0" marR="0" rtl="0" algn="l">
                        <a:spcBef>
                          <a:spcPts val="0"/>
                        </a:spcBef>
                        <a:spcAft>
                          <a:spcPts val="0"/>
                        </a:spcAft>
                        <a:buClr>
                          <a:schemeClr val="dk1"/>
                        </a:buClr>
                        <a:buSzPts val="1200"/>
                        <a:buFont typeface="Lato"/>
                        <a:buNone/>
                      </a:pPr>
                      <a:r>
                        <a:rPr lang="en-US" sz="1200" u="none" cap="none" strike="noStrike">
                          <a:latin typeface="Lato"/>
                          <a:ea typeface="Lato"/>
                          <a:cs typeface="Lato"/>
                          <a:sym typeface="Lato"/>
                        </a:rPr>
                        <a:t>Thêm, sửa, xóa dữ liệu; quản lý nội dung và cập nhật thông tin</a:t>
                      </a:r>
                      <a:endParaRPr/>
                    </a:p>
                  </a:txBody>
                  <a:tcPr marT="45725" marB="45725" marR="91450" marL="91450" anchor="ctr">
                    <a:solidFill>
                      <a:srgbClr val="FFFFFF"/>
                    </a:solidFill>
                  </a:tcPr>
                </a:tc>
              </a:tr>
              <a:tr h="512075">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Phân hệ</a:t>
                      </a:r>
                      <a:endParaRPr sz="1200" u="none" cap="none" strike="noStrike">
                        <a:latin typeface="Lato"/>
                        <a:ea typeface="Lato"/>
                        <a:cs typeface="Lato"/>
                        <a:sym typeface="Lato"/>
                      </a:endParaRPr>
                    </a:p>
                  </a:txBody>
                  <a:tcPr marT="45725" marB="45725" marR="91450" marL="91450" anchor="ctr">
                    <a:solidFill>
                      <a:srgbClr val="F6F1F1"/>
                    </a:solidFill>
                  </a:tcPr>
                </a:tc>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Mã</a:t>
                      </a:r>
                      <a:endParaRPr sz="1200" u="none" cap="none" strike="noStrike">
                        <a:latin typeface="Lato"/>
                        <a:ea typeface="Lato"/>
                        <a:cs typeface="Lato"/>
                        <a:sym typeface="Lato"/>
                      </a:endParaRPr>
                    </a:p>
                  </a:txBody>
                  <a:tcPr marT="45725" marB="45725" marR="91450" marL="91450" anchor="ctr">
                    <a:solidFill>
                      <a:srgbClr val="F6F1F1"/>
                    </a:solidFill>
                  </a:tcPr>
                </a:tc>
                <a:tc>
                  <a:txBody>
                    <a:bodyPr/>
                    <a:lstStyle/>
                    <a:p>
                      <a:pPr indent="0" lvl="0" marL="0" marR="0" rtl="0" algn="l">
                        <a:spcBef>
                          <a:spcPts val="0"/>
                        </a:spcBef>
                        <a:spcAft>
                          <a:spcPts val="0"/>
                        </a:spcAft>
                        <a:buClr>
                          <a:schemeClr val="dk1"/>
                        </a:buClr>
                        <a:buSzPts val="1200"/>
                        <a:buFont typeface="Lato"/>
                        <a:buNone/>
                      </a:pPr>
                      <a:r>
                        <a:rPr b="1" lang="en-US" sz="1200" u="none" cap="none" strike="noStrike">
                          <a:latin typeface="Lato"/>
                          <a:ea typeface="Lato"/>
                          <a:cs typeface="Lato"/>
                          <a:sym typeface="Lato"/>
                        </a:rPr>
                        <a:t>Nội dung tiêu biểu</a:t>
                      </a:r>
                      <a:endParaRPr sz="1200" u="none" cap="none" strike="noStrike">
                        <a:latin typeface="Lato"/>
                        <a:ea typeface="Lato"/>
                        <a:cs typeface="Lato"/>
                        <a:sym typeface="Lato"/>
                      </a:endParaRPr>
                    </a:p>
                  </a:txBody>
                  <a:tcPr marT="45725" marB="45725" marR="91450" marL="91450" anchor="ctr">
                    <a:solidFill>
                      <a:srgbClr val="F6F1F1"/>
                    </a:solidFill>
                  </a:tcPr>
                </a:tc>
              </a:tr>
            </a:tbl>
          </a:graphicData>
        </a:graphic>
      </p:graphicFrame>
      <p:sp>
        <p:nvSpPr>
          <p:cNvPr id="198" name="Google Shape;198;p13"/>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4"/>
          <p:cNvSpPr txBox="1"/>
          <p:nvPr>
            <p:ph idx="12" type="sldNum"/>
          </p:nvPr>
        </p:nvSpPr>
        <p:spPr>
          <a:xfrm>
            <a:off x="6867383" y="6572128"/>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900"/>
              <a:buFont typeface="Lato"/>
              <a:buNone/>
            </a:pPr>
            <a:fld id="{00000000-1234-1234-1234-123412341234}" type="slidenum">
              <a:rPr lang="en-US"/>
              <a:t>‹#›</a:t>
            </a:fld>
            <a:endParaRPr/>
          </a:p>
        </p:txBody>
      </p:sp>
      <p:sp>
        <p:nvSpPr>
          <p:cNvPr id="204" name="Google Shape;204;p14"/>
          <p:cNvSpPr txBox="1"/>
          <p:nvPr>
            <p:ph type="title"/>
          </p:nvPr>
        </p:nvSpPr>
        <p:spPr>
          <a:xfrm>
            <a:off x="235077" y="78615"/>
            <a:ext cx="8673846"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sz="2800"/>
              <a:t>1.1. Biểu đồ phân rã chức năng</a:t>
            </a:r>
            <a:endParaRPr/>
          </a:p>
        </p:txBody>
      </p:sp>
      <p:pic>
        <p:nvPicPr>
          <p:cNvPr id="205" name="Google Shape;205;p14"/>
          <p:cNvPicPr preferRelativeResize="0"/>
          <p:nvPr/>
        </p:nvPicPr>
        <p:blipFill rotWithShape="1">
          <a:blip r:embed="rId3">
            <a:alphaModFix/>
          </a:blip>
          <a:srcRect b="0" l="0" r="0" t="0"/>
          <a:stretch/>
        </p:blipFill>
        <p:spPr>
          <a:xfrm>
            <a:off x="547687" y="1213739"/>
            <a:ext cx="8048625" cy="5029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idx="12" type="sldNum"/>
          </p:nvPr>
        </p:nvSpPr>
        <p:spPr>
          <a:xfrm>
            <a:off x="6867383" y="6572128"/>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900"/>
              <a:buFont typeface="Lato"/>
              <a:buNone/>
            </a:pPr>
            <a:fld id="{00000000-1234-1234-1234-123412341234}" type="slidenum">
              <a:rPr lang="en-US"/>
              <a:t>‹#›</a:t>
            </a:fld>
            <a:endParaRPr/>
          </a:p>
        </p:txBody>
      </p:sp>
      <p:sp>
        <p:nvSpPr>
          <p:cNvPr id="211" name="Google Shape;211;p15"/>
          <p:cNvSpPr txBox="1"/>
          <p:nvPr>
            <p:ph type="title"/>
          </p:nvPr>
        </p:nvSpPr>
        <p:spPr>
          <a:xfrm>
            <a:off x="235077" y="78615"/>
            <a:ext cx="8673846"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sz="2800"/>
              <a:t>2. Yêu cầu phi chức năng</a:t>
            </a:r>
            <a:endParaRPr/>
          </a:p>
        </p:txBody>
      </p:sp>
      <p:pic>
        <p:nvPicPr>
          <p:cNvPr id="212" name="Google Shape;212;p15"/>
          <p:cNvPicPr preferRelativeResize="0"/>
          <p:nvPr/>
        </p:nvPicPr>
        <p:blipFill rotWithShape="1">
          <a:blip r:embed="rId3">
            <a:alphaModFix/>
          </a:blip>
          <a:srcRect b="0" l="0" r="0" t="0"/>
          <a:stretch/>
        </p:blipFill>
        <p:spPr>
          <a:xfrm>
            <a:off x="0" y="701489"/>
            <a:ext cx="9144000" cy="521054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txBox="1"/>
          <p:nvPr/>
        </p:nvSpPr>
        <p:spPr>
          <a:xfrm>
            <a:off x="4100281" y="3136612"/>
            <a:ext cx="438649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BF2135"/>
                </a:solidFill>
                <a:latin typeface="Lato"/>
                <a:ea typeface="Lato"/>
                <a:cs typeface="Lato"/>
                <a:sym typeface="Lato"/>
              </a:rPr>
              <a:t>5. PHÂN RÃ USE CASE</a:t>
            </a:r>
            <a:endParaRPr b="1" sz="3200">
              <a:solidFill>
                <a:srgbClr val="BF2135"/>
              </a:solidFill>
              <a:latin typeface="Lato"/>
              <a:ea typeface="Lato"/>
              <a:cs typeface="Lato"/>
              <a:sym typeface="Lato"/>
            </a:endParaRPr>
          </a:p>
        </p:txBody>
      </p:sp>
      <p:sp>
        <p:nvSpPr>
          <p:cNvPr id="218" name="Google Shape;218;p16"/>
          <p:cNvSpPr txBox="1"/>
          <p:nvPr>
            <p:ph idx="12" type="sldNum"/>
          </p:nvPr>
        </p:nvSpPr>
        <p:spPr>
          <a:xfrm>
            <a:off x="6867383" y="6492875"/>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7"/>
          <p:cNvSpPr txBox="1"/>
          <p:nvPr>
            <p:ph type="title"/>
          </p:nvPr>
        </p:nvSpPr>
        <p:spPr>
          <a:xfrm>
            <a:off x="156420" y="105702"/>
            <a:ext cx="8673847"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FFFFFF"/>
              </a:buClr>
              <a:buSzPts val="2100"/>
              <a:buNone/>
            </a:pPr>
            <a:r>
              <a:rPr lang="en-US">
                <a:solidFill>
                  <a:srgbClr val="FFFFFF"/>
                </a:solidFill>
              </a:rPr>
              <a:t>1. Biểu đồ Use Case tổng thể</a:t>
            </a:r>
            <a:endParaRPr sz="3600"/>
          </a:p>
        </p:txBody>
      </p:sp>
      <p:sp>
        <p:nvSpPr>
          <p:cNvPr id="224" name="Google Shape;224;p17"/>
          <p:cNvSpPr txBox="1"/>
          <p:nvPr>
            <p:ph idx="12" type="sldNum"/>
          </p:nvPr>
        </p:nvSpPr>
        <p:spPr>
          <a:xfrm>
            <a:off x="6867383" y="6492875"/>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pic>
        <p:nvPicPr>
          <p:cNvPr id="225" name="Google Shape;225;p17"/>
          <p:cNvPicPr preferRelativeResize="0"/>
          <p:nvPr/>
        </p:nvPicPr>
        <p:blipFill rotWithShape="1">
          <a:blip r:embed="rId3">
            <a:alphaModFix/>
          </a:blip>
          <a:srcRect b="0" l="0" r="0" t="0"/>
          <a:stretch/>
        </p:blipFill>
        <p:spPr>
          <a:xfrm>
            <a:off x="275303" y="1189702"/>
            <a:ext cx="8868697" cy="499478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8"/>
          <p:cNvSpPr txBox="1"/>
          <p:nvPr>
            <p:ph type="title"/>
          </p:nvPr>
        </p:nvSpPr>
        <p:spPr>
          <a:xfrm>
            <a:off x="235079" y="78618"/>
            <a:ext cx="8673847"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FFFFFF"/>
              </a:buClr>
              <a:buSzPts val="2100"/>
              <a:buNone/>
            </a:pPr>
            <a:r>
              <a:rPr lang="en-US">
                <a:solidFill>
                  <a:srgbClr val="FFFFFF"/>
                </a:solidFill>
              </a:rPr>
              <a:t>2. Phân rã Use Case – người dùng</a:t>
            </a:r>
            <a:endParaRPr sz="3600"/>
          </a:p>
        </p:txBody>
      </p:sp>
      <p:sp>
        <p:nvSpPr>
          <p:cNvPr id="231" name="Google Shape;231;p18"/>
          <p:cNvSpPr txBox="1"/>
          <p:nvPr>
            <p:ph idx="12" type="sldNum"/>
          </p:nvPr>
        </p:nvSpPr>
        <p:spPr>
          <a:xfrm>
            <a:off x="6851526" y="6483317"/>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pic>
        <p:nvPicPr>
          <p:cNvPr descr="A diagram of a flowchart&#10;&#10;Description automatically generated" id="232" name="Google Shape;232;p18"/>
          <p:cNvPicPr preferRelativeResize="0"/>
          <p:nvPr/>
        </p:nvPicPr>
        <p:blipFill rotWithShape="1">
          <a:blip r:embed="rId3">
            <a:alphaModFix/>
          </a:blip>
          <a:srcRect b="0" l="0" r="0" t="0"/>
          <a:stretch/>
        </p:blipFill>
        <p:spPr>
          <a:xfrm>
            <a:off x="749116" y="1409330"/>
            <a:ext cx="3232403" cy="4571999"/>
          </a:xfrm>
          <a:prstGeom prst="rect">
            <a:avLst/>
          </a:prstGeom>
          <a:noFill/>
          <a:ln>
            <a:noFill/>
          </a:ln>
        </p:spPr>
      </p:pic>
      <p:pic>
        <p:nvPicPr>
          <p:cNvPr descr="A diagram of a flowchart&#10;&#10;Description automatically generated" id="233" name="Google Shape;233;p18"/>
          <p:cNvPicPr preferRelativeResize="0"/>
          <p:nvPr/>
        </p:nvPicPr>
        <p:blipFill rotWithShape="1">
          <a:blip r:embed="rId4">
            <a:alphaModFix/>
          </a:blip>
          <a:srcRect b="0" l="0" r="0" t="0"/>
          <a:stretch/>
        </p:blipFill>
        <p:spPr>
          <a:xfrm>
            <a:off x="5162482" y="1409330"/>
            <a:ext cx="3232403" cy="4571999"/>
          </a:xfrm>
          <a:prstGeom prst="rect">
            <a:avLst/>
          </a:prstGeom>
          <a:noFill/>
          <a:ln>
            <a:noFill/>
          </a:ln>
        </p:spPr>
      </p:pic>
      <p:sp>
        <p:nvSpPr>
          <p:cNvPr id="234" name="Google Shape;234;p18"/>
          <p:cNvSpPr txBox="1"/>
          <p:nvPr/>
        </p:nvSpPr>
        <p:spPr>
          <a:xfrm>
            <a:off x="654829" y="949526"/>
            <a:ext cx="34306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ato"/>
                <a:ea typeface="Lato"/>
                <a:cs typeface="Lato"/>
                <a:sym typeface="Lato"/>
              </a:rPr>
              <a:t>2.1. Tra cứu sự kiện trên bản đồ</a:t>
            </a:r>
            <a:endParaRPr sz="1800">
              <a:solidFill>
                <a:schemeClr val="dk1"/>
              </a:solidFill>
              <a:latin typeface="Lato"/>
              <a:ea typeface="Lato"/>
              <a:cs typeface="Lato"/>
              <a:sym typeface="Lato"/>
            </a:endParaRPr>
          </a:p>
        </p:txBody>
      </p:sp>
      <p:sp>
        <p:nvSpPr>
          <p:cNvPr id="235" name="Google Shape;235;p18"/>
          <p:cNvSpPr txBox="1"/>
          <p:nvPr/>
        </p:nvSpPr>
        <p:spPr>
          <a:xfrm>
            <a:off x="5113422" y="949526"/>
            <a:ext cx="33305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ato"/>
                <a:ea typeface="Lato"/>
                <a:cs typeface="Lato"/>
                <a:sym typeface="Lato"/>
              </a:rPr>
              <a:t>2.2. Xem chi tiết sự kiện lịch sử</a:t>
            </a:r>
            <a:endParaRPr sz="1800">
              <a:solidFill>
                <a:schemeClr val="dk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9"/>
          <p:cNvSpPr txBox="1"/>
          <p:nvPr>
            <p:ph type="title"/>
          </p:nvPr>
        </p:nvSpPr>
        <p:spPr>
          <a:xfrm>
            <a:off x="235079" y="78618"/>
            <a:ext cx="8673847"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FFFFFF"/>
              </a:buClr>
              <a:buSzPts val="2100"/>
              <a:buNone/>
            </a:pPr>
            <a:r>
              <a:rPr lang="en-US">
                <a:solidFill>
                  <a:srgbClr val="FFFFFF"/>
                </a:solidFill>
              </a:rPr>
              <a:t>3. Phân rã Use Case – tác nhân quản trị viên (admin)</a:t>
            </a:r>
            <a:endParaRPr sz="3600"/>
          </a:p>
        </p:txBody>
      </p:sp>
      <p:sp>
        <p:nvSpPr>
          <p:cNvPr id="241" name="Google Shape;241;p19"/>
          <p:cNvSpPr txBox="1"/>
          <p:nvPr>
            <p:ph idx="12" type="sldNum"/>
          </p:nvPr>
        </p:nvSpPr>
        <p:spPr>
          <a:xfrm>
            <a:off x="6851526" y="6492875"/>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pic>
        <p:nvPicPr>
          <p:cNvPr descr="A diagram of a flowchart&#10;&#10;Description automatically generated" id="242" name="Google Shape;242;p19"/>
          <p:cNvPicPr preferRelativeResize="0"/>
          <p:nvPr/>
        </p:nvPicPr>
        <p:blipFill rotWithShape="1">
          <a:blip r:embed="rId3">
            <a:alphaModFix/>
          </a:blip>
          <a:srcRect b="0" l="0" r="0" t="0"/>
          <a:stretch/>
        </p:blipFill>
        <p:spPr>
          <a:xfrm>
            <a:off x="5010559" y="850653"/>
            <a:ext cx="3645779" cy="5156689"/>
          </a:xfrm>
          <a:prstGeom prst="rect">
            <a:avLst/>
          </a:prstGeom>
          <a:noFill/>
          <a:ln>
            <a:noFill/>
          </a:ln>
        </p:spPr>
      </p:pic>
      <p:sp>
        <p:nvSpPr>
          <p:cNvPr id="243" name="Google Shape;243;p19"/>
          <p:cNvSpPr txBox="1"/>
          <p:nvPr/>
        </p:nvSpPr>
        <p:spPr>
          <a:xfrm>
            <a:off x="487662" y="3244331"/>
            <a:ext cx="36457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ato"/>
                <a:ea typeface="Lato"/>
                <a:cs typeface="Lato"/>
                <a:sym typeface="Lato"/>
              </a:rPr>
              <a:t>3.1 Quản lý dữ liệu sự kiện lịch sử</a:t>
            </a:r>
            <a:endParaRPr sz="1800">
              <a:solidFill>
                <a:schemeClr val="dk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0"/>
          <p:cNvSpPr txBox="1"/>
          <p:nvPr/>
        </p:nvSpPr>
        <p:spPr>
          <a:xfrm>
            <a:off x="3792071" y="3136612"/>
            <a:ext cx="4694704"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BF2135"/>
                </a:solidFill>
                <a:latin typeface="Lato"/>
                <a:ea typeface="Lato"/>
                <a:cs typeface="Lato"/>
                <a:sym typeface="Lato"/>
              </a:rPr>
              <a:t>6. THU THẬP VÀ PHÂN TÍCH YÊU CẦU</a:t>
            </a:r>
            <a:endParaRPr b="1" sz="3200">
              <a:solidFill>
                <a:srgbClr val="BF2135"/>
              </a:solidFill>
              <a:latin typeface="Lato"/>
              <a:ea typeface="Lato"/>
              <a:cs typeface="Lato"/>
              <a:sym typeface="Lato"/>
            </a:endParaRPr>
          </a:p>
        </p:txBody>
      </p:sp>
      <p:sp>
        <p:nvSpPr>
          <p:cNvPr id="249" name="Google Shape;249;p20"/>
          <p:cNvSpPr txBox="1"/>
          <p:nvPr>
            <p:ph idx="12" type="sldNum"/>
          </p:nvPr>
        </p:nvSpPr>
        <p:spPr>
          <a:xfrm>
            <a:off x="6867383" y="6492875"/>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1"/>
          <p:cNvSpPr txBox="1"/>
          <p:nvPr>
            <p:ph type="title"/>
          </p:nvPr>
        </p:nvSpPr>
        <p:spPr>
          <a:xfrm>
            <a:off x="235079" y="78618"/>
            <a:ext cx="8673847"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solidFill>
                  <a:srgbClr val="FFFFFF"/>
                </a:solidFill>
                <a:latin typeface="Lato"/>
                <a:ea typeface="Lato"/>
                <a:cs typeface="Lato"/>
                <a:sym typeface="Lato"/>
              </a:rPr>
              <a:t>1. DFD Context (Mức 0)</a:t>
            </a:r>
            <a:endParaRPr/>
          </a:p>
        </p:txBody>
      </p:sp>
      <p:sp>
        <p:nvSpPr>
          <p:cNvPr id="255" name="Google Shape;255;p21"/>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latin typeface="Lato"/>
                <a:ea typeface="Lato"/>
                <a:cs typeface="Lato"/>
                <a:sym typeface="Lato"/>
              </a:rPr>
              <a:t>‹#›</a:t>
            </a:fld>
            <a:endParaRPr>
              <a:latin typeface="Lato"/>
              <a:ea typeface="Lato"/>
              <a:cs typeface="Lato"/>
              <a:sym typeface="Lato"/>
            </a:endParaRPr>
          </a:p>
        </p:txBody>
      </p:sp>
      <p:sp>
        <p:nvSpPr>
          <p:cNvPr id="256" name="Google Shape;256;p21"/>
          <p:cNvSpPr/>
          <p:nvPr/>
        </p:nvSpPr>
        <p:spPr>
          <a:xfrm>
            <a:off x="3337560" y="914400"/>
            <a:ext cx="2468880" cy="5212080"/>
          </a:xfrm>
          <a:prstGeom prst="ellipse">
            <a:avLst/>
          </a:prstGeom>
          <a:solidFill>
            <a:srgbClr val="C00000"/>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2400">
                <a:solidFill>
                  <a:srgbClr val="FFFFFF"/>
                </a:solidFill>
                <a:latin typeface="Lato"/>
                <a:ea typeface="Lato"/>
                <a:cs typeface="Lato"/>
                <a:sym typeface="Lato"/>
              </a:rPr>
              <a:t>0</a:t>
            </a:r>
            <a:endParaRPr/>
          </a:p>
          <a:p>
            <a:pPr indent="0" lvl="0" marL="0" marR="0" rtl="0" algn="ctr">
              <a:spcBef>
                <a:spcPts val="0"/>
              </a:spcBef>
              <a:spcAft>
                <a:spcPts val="0"/>
              </a:spcAft>
              <a:buNone/>
            </a:pPr>
            <a:r>
              <a:rPr b="1" lang="en-US" sz="1400">
                <a:solidFill>
                  <a:srgbClr val="FFFFFF"/>
                </a:solidFill>
                <a:latin typeface="Lato"/>
                <a:ea typeface="Lato"/>
                <a:cs typeface="Lato"/>
                <a:sym typeface="Lato"/>
              </a:rPr>
              <a:t>HỆ THỐNG</a:t>
            </a:r>
            <a:endParaRPr/>
          </a:p>
          <a:p>
            <a:pPr indent="0" lvl="0" marL="0" marR="0" rtl="0" algn="ctr">
              <a:spcBef>
                <a:spcPts val="0"/>
              </a:spcBef>
              <a:spcAft>
                <a:spcPts val="0"/>
              </a:spcAft>
              <a:buNone/>
            </a:pPr>
            <a:r>
              <a:rPr b="1" lang="en-US" sz="1400">
                <a:solidFill>
                  <a:srgbClr val="FFFFFF"/>
                </a:solidFill>
                <a:latin typeface="Lato"/>
                <a:ea typeface="Lato"/>
                <a:cs typeface="Lato"/>
                <a:sym typeface="Lato"/>
              </a:rPr>
              <a:t>WEBSITE</a:t>
            </a:r>
            <a:endParaRPr/>
          </a:p>
          <a:p>
            <a:pPr indent="0" lvl="0" marL="0" marR="0" rtl="0" algn="ctr">
              <a:spcBef>
                <a:spcPts val="0"/>
              </a:spcBef>
              <a:spcAft>
                <a:spcPts val="0"/>
              </a:spcAft>
              <a:buNone/>
            </a:pPr>
            <a:r>
              <a:rPr b="1" lang="en-US" sz="1400">
                <a:solidFill>
                  <a:srgbClr val="FFFFFF"/>
                </a:solidFill>
                <a:latin typeface="Lato"/>
                <a:ea typeface="Lato"/>
                <a:cs typeface="Lato"/>
                <a:sym typeface="Lato"/>
              </a:rPr>
              <a:t>BẢN ĐỒ</a:t>
            </a:r>
            <a:endParaRPr/>
          </a:p>
          <a:p>
            <a:pPr indent="0" lvl="0" marL="0" marR="0" rtl="0" algn="ctr">
              <a:spcBef>
                <a:spcPts val="0"/>
              </a:spcBef>
              <a:spcAft>
                <a:spcPts val="0"/>
              </a:spcAft>
              <a:buNone/>
            </a:pPr>
            <a:r>
              <a:rPr b="1" lang="en-US" sz="1400">
                <a:solidFill>
                  <a:srgbClr val="FFFFFF"/>
                </a:solidFill>
                <a:latin typeface="Lato"/>
                <a:ea typeface="Lato"/>
                <a:cs typeface="Lato"/>
                <a:sym typeface="Lato"/>
              </a:rPr>
              <a:t>LỊCH SỬ</a:t>
            </a:r>
            <a:endParaRPr/>
          </a:p>
          <a:p>
            <a:pPr indent="0" lvl="0" marL="0" marR="0" rtl="0" algn="ctr">
              <a:spcBef>
                <a:spcPts val="0"/>
              </a:spcBef>
              <a:spcAft>
                <a:spcPts val="0"/>
              </a:spcAft>
              <a:buNone/>
            </a:pPr>
            <a:r>
              <a:rPr b="1" lang="en-US" sz="1400">
                <a:solidFill>
                  <a:srgbClr val="FFFFFF"/>
                </a:solidFill>
                <a:latin typeface="Lato"/>
                <a:ea typeface="Lato"/>
                <a:cs typeface="Lato"/>
                <a:sym typeface="Lato"/>
              </a:rPr>
              <a:t>VIỆT NAM</a:t>
            </a:r>
            <a:endParaRPr/>
          </a:p>
        </p:txBody>
      </p:sp>
      <p:sp>
        <p:nvSpPr>
          <p:cNvPr id="257" name="Google Shape;257;p21"/>
          <p:cNvSpPr/>
          <p:nvPr/>
        </p:nvSpPr>
        <p:spPr>
          <a:xfrm>
            <a:off x="274320" y="1280160"/>
            <a:ext cx="1920240" cy="1005840"/>
          </a:xfrm>
          <a:prstGeom prst="rect">
            <a:avLst/>
          </a:prstGeom>
          <a:solidFill>
            <a:srgbClr val="F6F1F1"/>
          </a:solidFill>
          <a:ln cap="flat" cmpd="sng" w="12700">
            <a:solidFill>
              <a:srgbClr val="C00000"/>
            </a:solidFill>
            <a:prstDash val="solid"/>
            <a:miter lim="8000"/>
            <a:headEnd len="sm" w="sm" type="none"/>
            <a:tailEnd len="sm" w="sm" type="none"/>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200">
                <a:solidFill>
                  <a:srgbClr val="C00000"/>
                </a:solidFill>
                <a:latin typeface="Lato"/>
                <a:ea typeface="Lato"/>
                <a:cs typeface="Lato"/>
                <a:sym typeface="Lato"/>
              </a:rPr>
              <a:t>Người dùng</a:t>
            </a:r>
            <a:endParaRPr b="1" sz="1200">
              <a:solidFill>
                <a:srgbClr val="C00000"/>
              </a:solidFill>
              <a:latin typeface="Lato"/>
              <a:ea typeface="Lato"/>
              <a:cs typeface="Lato"/>
              <a:sym typeface="Lato"/>
            </a:endParaRPr>
          </a:p>
          <a:p>
            <a:pPr indent="0" lvl="0" marL="0" marR="0" rtl="0" algn="ctr">
              <a:spcBef>
                <a:spcPts val="0"/>
              </a:spcBef>
              <a:spcAft>
                <a:spcPts val="0"/>
              </a:spcAft>
              <a:buNone/>
            </a:pPr>
            <a:r>
              <a:rPr b="0" lang="en-US" sz="1000">
                <a:solidFill>
                  <a:srgbClr val="595959"/>
                </a:solidFill>
                <a:latin typeface="Lato"/>
                <a:ea typeface="Lato"/>
                <a:cs typeface="Lato"/>
                <a:sym typeface="Lato"/>
              </a:rPr>
              <a:t>Khách truy cập</a:t>
            </a:r>
            <a:endParaRPr b="0" sz="1000">
              <a:solidFill>
                <a:srgbClr val="595959"/>
              </a:solidFill>
              <a:latin typeface="Lato"/>
              <a:ea typeface="Lato"/>
              <a:cs typeface="Lato"/>
              <a:sym typeface="Lato"/>
            </a:endParaRPr>
          </a:p>
        </p:txBody>
      </p:sp>
      <p:cxnSp>
        <p:nvCxnSpPr>
          <p:cNvPr id="258" name="Google Shape;258;p21"/>
          <p:cNvCxnSpPr/>
          <p:nvPr/>
        </p:nvCxnSpPr>
        <p:spPr>
          <a:xfrm>
            <a:off x="2194560" y="1600200"/>
            <a:ext cx="1542878" cy="0"/>
          </a:xfrm>
          <a:prstGeom prst="straightConnector1">
            <a:avLst/>
          </a:prstGeom>
          <a:noFill/>
          <a:ln cap="flat" cmpd="sng" w="19050">
            <a:solidFill>
              <a:srgbClr val="404040"/>
            </a:solidFill>
            <a:prstDash val="solid"/>
            <a:miter lim="8000"/>
            <a:headEnd len="sm" w="sm" type="none"/>
            <a:tailEnd len="med" w="med" type="triangle"/>
          </a:ln>
        </p:spPr>
      </p:cxnSp>
      <p:sp>
        <p:nvSpPr>
          <p:cNvPr id="259" name="Google Shape;259;p21"/>
          <p:cNvSpPr txBox="1"/>
          <p:nvPr/>
        </p:nvSpPr>
        <p:spPr>
          <a:xfrm>
            <a:off x="2194560" y="1391091"/>
            <a:ext cx="1542878" cy="190821"/>
          </a:xfrm>
          <a:prstGeom prst="rect">
            <a:avLst/>
          </a:prstGeom>
          <a:noFill/>
          <a:ln>
            <a:noFill/>
          </a:ln>
        </p:spPr>
        <p:txBody>
          <a:bodyPr anchorCtr="0" anchor="b"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Tìm kiếm, xem bản đồ</a:t>
            </a:r>
            <a:endParaRPr/>
          </a:p>
        </p:txBody>
      </p:sp>
      <p:cxnSp>
        <p:nvCxnSpPr>
          <p:cNvPr id="260" name="Google Shape;260;p21"/>
          <p:cNvCxnSpPr/>
          <p:nvPr/>
        </p:nvCxnSpPr>
        <p:spPr>
          <a:xfrm rot="10800000">
            <a:off x="2194560" y="1965960"/>
            <a:ext cx="1386654" cy="0"/>
          </a:xfrm>
          <a:prstGeom prst="straightConnector1">
            <a:avLst/>
          </a:prstGeom>
          <a:noFill/>
          <a:ln cap="flat" cmpd="sng" w="19050">
            <a:solidFill>
              <a:srgbClr val="C00000"/>
            </a:solidFill>
            <a:prstDash val="solid"/>
            <a:miter lim="8000"/>
            <a:headEnd len="sm" w="sm" type="none"/>
            <a:tailEnd len="med" w="med" type="triangle"/>
          </a:ln>
        </p:spPr>
      </p:cxnSp>
      <p:sp>
        <p:nvSpPr>
          <p:cNvPr id="261" name="Google Shape;261;p21"/>
          <p:cNvSpPr txBox="1"/>
          <p:nvPr/>
        </p:nvSpPr>
        <p:spPr>
          <a:xfrm>
            <a:off x="2194560" y="1993391"/>
            <a:ext cx="1386654" cy="347472"/>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Kết quả, thông tin sự kiện</a:t>
            </a:r>
            <a:endParaRPr/>
          </a:p>
        </p:txBody>
      </p:sp>
      <p:sp>
        <p:nvSpPr>
          <p:cNvPr id="262" name="Google Shape;262;p21"/>
          <p:cNvSpPr/>
          <p:nvPr/>
        </p:nvSpPr>
        <p:spPr>
          <a:xfrm>
            <a:off x="274320" y="3017520"/>
            <a:ext cx="1920240" cy="1005840"/>
          </a:xfrm>
          <a:prstGeom prst="rect">
            <a:avLst/>
          </a:prstGeom>
          <a:solidFill>
            <a:srgbClr val="F6F1F1"/>
          </a:solidFill>
          <a:ln cap="flat" cmpd="sng" w="12700">
            <a:solidFill>
              <a:srgbClr val="C00000"/>
            </a:solidFill>
            <a:prstDash val="solid"/>
            <a:miter lim="8000"/>
            <a:headEnd len="sm" w="sm" type="none"/>
            <a:tailEnd len="sm" w="sm" type="none"/>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200">
                <a:solidFill>
                  <a:srgbClr val="C00000"/>
                </a:solidFill>
                <a:latin typeface="Lato"/>
                <a:ea typeface="Lato"/>
                <a:cs typeface="Lato"/>
                <a:sym typeface="Lato"/>
              </a:rPr>
              <a:t>Học sinh / Sinh viên</a:t>
            </a:r>
            <a:endParaRPr/>
          </a:p>
          <a:p>
            <a:pPr indent="0" lvl="0" marL="0" marR="0" rtl="0" algn="ctr">
              <a:spcBef>
                <a:spcPts val="0"/>
              </a:spcBef>
              <a:spcAft>
                <a:spcPts val="0"/>
              </a:spcAft>
              <a:buNone/>
            </a:pPr>
            <a:r>
              <a:rPr b="0" lang="en-US" sz="1000">
                <a:solidFill>
                  <a:srgbClr val="595959"/>
                </a:solidFill>
                <a:latin typeface="Lato"/>
                <a:ea typeface="Lato"/>
                <a:cs typeface="Lato"/>
                <a:sym typeface="Lato"/>
              </a:rPr>
              <a:t>Học tập, nghiên cứu</a:t>
            </a:r>
            <a:endParaRPr/>
          </a:p>
        </p:txBody>
      </p:sp>
      <p:cxnSp>
        <p:nvCxnSpPr>
          <p:cNvPr id="263" name="Google Shape;263;p21"/>
          <p:cNvCxnSpPr/>
          <p:nvPr/>
        </p:nvCxnSpPr>
        <p:spPr>
          <a:xfrm>
            <a:off x="2194560" y="3337560"/>
            <a:ext cx="1146043" cy="0"/>
          </a:xfrm>
          <a:prstGeom prst="straightConnector1">
            <a:avLst/>
          </a:prstGeom>
          <a:noFill/>
          <a:ln cap="flat" cmpd="sng" w="19050">
            <a:solidFill>
              <a:srgbClr val="404040"/>
            </a:solidFill>
            <a:prstDash val="solid"/>
            <a:miter lim="8000"/>
            <a:headEnd len="sm" w="sm" type="none"/>
            <a:tailEnd len="med" w="med" type="triangle"/>
          </a:ln>
        </p:spPr>
      </p:cxnSp>
      <p:sp>
        <p:nvSpPr>
          <p:cNvPr id="264" name="Google Shape;264;p21"/>
          <p:cNvSpPr txBox="1"/>
          <p:nvPr/>
        </p:nvSpPr>
        <p:spPr>
          <a:xfrm>
            <a:off x="2194560" y="2971800"/>
            <a:ext cx="1146043" cy="347472"/>
          </a:xfrm>
          <a:prstGeom prst="rect">
            <a:avLst/>
          </a:prstGeom>
          <a:noFill/>
          <a:ln>
            <a:noFill/>
          </a:ln>
        </p:spPr>
        <p:txBody>
          <a:bodyPr anchorCtr="0" anchor="b"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Xem sự kiện, địa điểm</a:t>
            </a:r>
            <a:endParaRPr b="0" sz="1000">
              <a:solidFill>
                <a:srgbClr val="262626"/>
              </a:solidFill>
              <a:latin typeface="Lato"/>
              <a:ea typeface="Lato"/>
              <a:cs typeface="Lato"/>
              <a:sym typeface="Lato"/>
            </a:endParaRPr>
          </a:p>
        </p:txBody>
      </p:sp>
      <p:cxnSp>
        <p:nvCxnSpPr>
          <p:cNvPr id="265" name="Google Shape;265;p21"/>
          <p:cNvCxnSpPr/>
          <p:nvPr/>
        </p:nvCxnSpPr>
        <p:spPr>
          <a:xfrm rot="10800000">
            <a:off x="2194560" y="3703320"/>
            <a:ext cx="1146043" cy="0"/>
          </a:xfrm>
          <a:prstGeom prst="straightConnector1">
            <a:avLst/>
          </a:prstGeom>
          <a:noFill/>
          <a:ln cap="flat" cmpd="sng" w="19050">
            <a:solidFill>
              <a:srgbClr val="C00000"/>
            </a:solidFill>
            <a:prstDash val="solid"/>
            <a:miter lim="8000"/>
            <a:headEnd len="sm" w="sm" type="none"/>
            <a:tailEnd len="med" w="med" type="triangle"/>
          </a:ln>
        </p:spPr>
      </p:cxnSp>
      <p:sp>
        <p:nvSpPr>
          <p:cNvPr id="266" name="Google Shape;266;p21"/>
          <p:cNvSpPr txBox="1"/>
          <p:nvPr/>
        </p:nvSpPr>
        <p:spPr>
          <a:xfrm>
            <a:off x="2194560" y="3730752"/>
            <a:ext cx="1146043" cy="347472"/>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Thông tin sự kiện, địa điểm</a:t>
            </a:r>
            <a:endParaRPr/>
          </a:p>
        </p:txBody>
      </p:sp>
      <p:sp>
        <p:nvSpPr>
          <p:cNvPr id="267" name="Google Shape;267;p21"/>
          <p:cNvSpPr/>
          <p:nvPr/>
        </p:nvSpPr>
        <p:spPr>
          <a:xfrm>
            <a:off x="274320" y="4754880"/>
            <a:ext cx="1920240" cy="1005840"/>
          </a:xfrm>
          <a:prstGeom prst="rect">
            <a:avLst/>
          </a:prstGeom>
          <a:solidFill>
            <a:srgbClr val="F6F1F1"/>
          </a:solidFill>
          <a:ln cap="flat" cmpd="sng" w="12700">
            <a:solidFill>
              <a:srgbClr val="C00000"/>
            </a:solidFill>
            <a:prstDash val="solid"/>
            <a:miter lim="8000"/>
            <a:headEnd len="sm" w="sm" type="none"/>
            <a:tailEnd len="sm" w="sm" type="none"/>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200">
                <a:solidFill>
                  <a:srgbClr val="C00000"/>
                </a:solidFill>
                <a:latin typeface="Lato"/>
                <a:ea typeface="Lato"/>
                <a:cs typeface="Lato"/>
                <a:sym typeface="Lato"/>
              </a:rPr>
              <a:t>Nhà nghiên cứu / Giảng viên</a:t>
            </a:r>
            <a:endParaRPr/>
          </a:p>
          <a:p>
            <a:pPr indent="0" lvl="0" marL="0" marR="0" rtl="0" algn="ctr">
              <a:spcBef>
                <a:spcPts val="0"/>
              </a:spcBef>
              <a:spcAft>
                <a:spcPts val="0"/>
              </a:spcAft>
              <a:buNone/>
            </a:pPr>
            <a:r>
              <a:rPr b="0" lang="en-US" sz="1000">
                <a:solidFill>
                  <a:srgbClr val="595959"/>
                </a:solidFill>
                <a:latin typeface="Lato"/>
                <a:ea typeface="Lato"/>
                <a:cs typeface="Lato"/>
                <a:sym typeface="Lato"/>
              </a:rPr>
              <a:t>Nghiên cứu, giảng dạy</a:t>
            </a:r>
            <a:endParaRPr/>
          </a:p>
        </p:txBody>
      </p:sp>
      <p:cxnSp>
        <p:nvCxnSpPr>
          <p:cNvPr id="268" name="Google Shape;268;p21"/>
          <p:cNvCxnSpPr/>
          <p:nvPr/>
        </p:nvCxnSpPr>
        <p:spPr>
          <a:xfrm>
            <a:off x="2194560" y="5074920"/>
            <a:ext cx="1386654" cy="0"/>
          </a:xfrm>
          <a:prstGeom prst="straightConnector1">
            <a:avLst/>
          </a:prstGeom>
          <a:noFill/>
          <a:ln cap="flat" cmpd="sng" w="19050">
            <a:solidFill>
              <a:srgbClr val="404040"/>
            </a:solidFill>
            <a:prstDash val="solid"/>
            <a:miter lim="8000"/>
            <a:headEnd len="sm" w="sm" type="none"/>
            <a:tailEnd len="med" w="med" type="triangle"/>
          </a:ln>
        </p:spPr>
      </p:cxnSp>
      <p:sp>
        <p:nvSpPr>
          <p:cNvPr id="269" name="Google Shape;269;p21"/>
          <p:cNvSpPr txBox="1"/>
          <p:nvPr/>
        </p:nvSpPr>
        <p:spPr>
          <a:xfrm>
            <a:off x="2194560" y="4709159"/>
            <a:ext cx="1386654" cy="347472"/>
          </a:xfrm>
          <a:prstGeom prst="rect">
            <a:avLst/>
          </a:prstGeom>
          <a:noFill/>
          <a:ln>
            <a:noFill/>
          </a:ln>
        </p:spPr>
        <p:txBody>
          <a:bodyPr anchorCtr="0" anchor="b"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Tìm theo bản đồ, thời gian</a:t>
            </a:r>
            <a:endParaRPr/>
          </a:p>
        </p:txBody>
      </p:sp>
      <p:cxnSp>
        <p:nvCxnSpPr>
          <p:cNvPr id="270" name="Google Shape;270;p21"/>
          <p:cNvCxnSpPr/>
          <p:nvPr/>
        </p:nvCxnSpPr>
        <p:spPr>
          <a:xfrm rot="10800000">
            <a:off x="2194560" y="5440680"/>
            <a:ext cx="1542878" cy="0"/>
          </a:xfrm>
          <a:prstGeom prst="straightConnector1">
            <a:avLst/>
          </a:prstGeom>
          <a:noFill/>
          <a:ln cap="flat" cmpd="sng" w="19050">
            <a:solidFill>
              <a:srgbClr val="C00000"/>
            </a:solidFill>
            <a:prstDash val="solid"/>
            <a:miter lim="8000"/>
            <a:headEnd len="sm" w="sm" type="none"/>
            <a:tailEnd len="med" w="med" type="triangle"/>
          </a:ln>
        </p:spPr>
      </p:cxnSp>
      <p:sp>
        <p:nvSpPr>
          <p:cNvPr id="271" name="Google Shape;271;p21"/>
          <p:cNvSpPr txBox="1"/>
          <p:nvPr/>
        </p:nvSpPr>
        <p:spPr>
          <a:xfrm>
            <a:off x="2194560" y="5468112"/>
            <a:ext cx="1542878" cy="347472"/>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Kết quả tìm kiếm, lớp bản đồ</a:t>
            </a:r>
            <a:endParaRPr/>
          </a:p>
        </p:txBody>
      </p:sp>
      <p:sp>
        <p:nvSpPr>
          <p:cNvPr id="272" name="Google Shape;272;p21"/>
          <p:cNvSpPr/>
          <p:nvPr/>
        </p:nvSpPr>
        <p:spPr>
          <a:xfrm>
            <a:off x="6949440" y="1280160"/>
            <a:ext cx="1920240" cy="1005840"/>
          </a:xfrm>
          <a:prstGeom prst="rect">
            <a:avLst/>
          </a:prstGeom>
          <a:solidFill>
            <a:srgbClr val="F6F1F1"/>
          </a:solidFill>
          <a:ln cap="flat" cmpd="sng" w="12700">
            <a:solidFill>
              <a:srgbClr val="C00000"/>
            </a:solidFill>
            <a:prstDash val="solid"/>
            <a:miter lim="8000"/>
            <a:headEnd len="sm" w="sm" type="none"/>
            <a:tailEnd len="sm" w="sm" type="none"/>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200">
                <a:solidFill>
                  <a:srgbClr val="C00000"/>
                </a:solidFill>
                <a:latin typeface="Lato"/>
                <a:ea typeface="Lato"/>
                <a:cs typeface="Lato"/>
                <a:sym typeface="Lato"/>
              </a:rPr>
              <a:t>Người đóng góp tư liệu</a:t>
            </a:r>
            <a:endParaRPr/>
          </a:p>
          <a:p>
            <a:pPr indent="0" lvl="0" marL="0" marR="0" rtl="0" algn="ctr">
              <a:spcBef>
                <a:spcPts val="0"/>
              </a:spcBef>
              <a:spcAft>
                <a:spcPts val="0"/>
              </a:spcAft>
              <a:buNone/>
            </a:pPr>
            <a:r>
              <a:rPr b="0" lang="en-US" sz="1000">
                <a:solidFill>
                  <a:srgbClr val="595959"/>
                </a:solidFill>
                <a:latin typeface="Lato"/>
                <a:ea typeface="Lato"/>
                <a:cs typeface="Lato"/>
                <a:sym typeface="Lato"/>
              </a:rPr>
              <a:t>Cộng tác viên</a:t>
            </a:r>
            <a:endParaRPr/>
          </a:p>
        </p:txBody>
      </p:sp>
      <p:cxnSp>
        <p:nvCxnSpPr>
          <p:cNvPr id="273" name="Google Shape;273;p21"/>
          <p:cNvCxnSpPr/>
          <p:nvPr/>
        </p:nvCxnSpPr>
        <p:spPr>
          <a:xfrm rot="10800000">
            <a:off x="5406561" y="1600200"/>
            <a:ext cx="1542879" cy="0"/>
          </a:xfrm>
          <a:prstGeom prst="straightConnector1">
            <a:avLst/>
          </a:prstGeom>
          <a:noFill/>
          <a:ln cap="flat" cmpd="sng" w="19050">
            <a:solidFill>
              <a:srgbClr val="404040"/>
            </a:solidFill>
            <a:prstDash val="solid"/>
            <a:miter lim="8000"/>
            <a:headEnd len="sm" w="sm" type="none"/>
            <a:tailEnd len="med" w="med" type="triangle"/>
          </a:ln>
        </p:spPr>
      </p:cxnSp>
      <p:sp>
        <p:nvSpPr>
          <p:cNvPr id="274" name="Google Shape;274;p21"/>
          <p:cNvSpPr txBox="1"/>
          <p:nvPr/>
        </p:nvSpPr>
        <p:spPr>
          <a:xfrm>
            <a:off x="5406561" y="1391091"/>
            <a:ext cx="1542878" cy="190821"/>
          </a:xfrm>
          <a:prstGeom prst="rect">
            <a:avLst/>
          </a:prstGeom>
          <a:noFill/>
          <a:ln>
            <a:noFill/>
          </a:ln>
        </p:spPr>
        <p:txBody>
          <a:bodyPr anchorCtr="0" anchor="b"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Gửi tư liệu, hình ảnh</a:t>
            </a:r>
            <a:endParaRPr/>
          </a:p>
        </p:txBody>
      </p:sp>
      <p:cxnSp>
        <p:nvCxnSpPr>
          <p:cNvPr id="275" name="Google Shape;275;p21"/>
          <p:cNvCxnSpPr/>
          <p:nvPr/>
        </p:nvCxnSpPr>
        <p:spPr>
          <a:xfrm>
            <a:off x="5562785" y="1965960"/>
            <a:ext cx="1386655" cy="0"/>
          </a:xfrm>
          <a:prstGeom prst="straightConnector1">
            <a:avLst/>
          </a:prstGeom>
          <a:noFill/>
          <a:ln cap="flat" cmpd="sng" w="19050">
            <a:solidFill>
              <a:srgbClr val="C00000"/>
            </a:solidFill>
            <a:prstDash val="solid"/>
            <a:miter lim="8000"/>
            <a:headEnd len="sm" w="sm" type="none"/>
            <a:tailEnd len="med" w="med" type="triangle"/>
          </a:ln>
        </p:spPr>
      </p:cxnSp>
      <p:sp>
        <p:nvSpPr>
          <p:cNvPr id="276" name="Google Shape;276;p21"/>
          <p:cNvSpPr txBox="1"/>
          <p:nvPr/>
        </p:nvSpPr>
        <p:spPr>
          <a:xfrm>
            <a:off x="5562785" y="1993391"/>
            <a:ext cx="1386654" cy="190821"/>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Xác nhận tiếp nhận</a:t>
            </a:r>
            <a:endParaRPr/>
          </a:p>
        </p:txBody>
      </p:sp>
      <p:sp>
        <p:nvSpPr>
          <p:cNvPr id="277" name="Google Shape;277;p21"/>
          <p:cNvSpPr/>
          <p:nvPr/>
        </p:nvSpPr>
        <p:spPr>
          <a:xfrm>
            <a:off x="6949440" y="3017520"/>
            <a:ext cx="1920240" cy="1005840"/>
          </a:xfrm>
          <a:prstGeom prst="rect">
            <a:avLst/>
          </a:prstGeom>
          <a:solidFill>
            <a:srgbClr val="F6F1F1"/>
          </a:solidFill>
          <a:ln cap="flat" cmpd="sng" w="12700">
            <a:solidFill>
              <a:srgbClr val="C00000"/>
            </a:solidFill>
            <a:prstDash val="solid"/>
            <a:miter lim="8000"/>
            <a:headEnd len="sm" w="sm" type="none"/>
            <a:tailEnd len="sm" w="sm" type="none"/>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200">
                <a:solidFill>
                  <a:srgbClr val="C00000"/>
                </a:solidFill>
                <a:latin typeface="Lato"/>
                <a:ea typeface="Lato"/>
                <a:cs typeface="Lato"/>
                <a:sym typeface="Lato"/>
              </a:rPr>
              <a:t>Ban quản trị hệ thống</a:t>
            </a:r>
            <a:endParaRPr/>
          </a:p>
          <a:p>
            <a:pPr indent="0" lvl="0" marL="0" marR="0" rtl="0" algn="ctr">
              <a:spcBef>
                <a:spcPts val="0"/>
              </a:spcBef>
              <a:spcAft>
                <a:spcPts val="0"/>
              </a:spcAft>
              <a:buNone/>
            </a:pPr>
            <a:r>
              <a:rPr b="0" lang="en-US" sz="1000">
                <a:solidFill>
                  <a:srgbClr val="595959"/>
                </a:solidFill>
                <a:latin typeface="Lato"/>
                <a:ea typeface="Lato"/>
                <a:cs typeface="Lato"/>
                <a:sym typeface="Lato"/>
              </a:rPr>
              <a:t>Admin</a:t>
            </a:r>
            <a:endParaRPr/>
          </a:p>
        </p:txBody>
      </p:sp>
      <p:cxnSp>
        <p:nvCxnSpPr>
          <p:cNvPr id="278" name="Google Shape;278;p21"/>
          <p:cNvCxnSpPr/>
          <p:nvPr/>
        </p:nvCxnSpPr>
        <p:spPr>
          <a:xfrm rot="10800000">
            <a:off x="5803396" y="3337560"/>
            <a:ext cx="1146044" cy="0"/>
          </a:xfrm>
          <a:prstGeom prst="straightConnector1">
            <a:avLst/>
          </a:prstGeom>
          <a:noFill/>
          <a:ln cap="flat" cmpd="sng" w="19050">
            <a:solidFill>
              <a:srgbClr val="404040"/>
            </a:solidFill>
            <a:prstDash val="solid"/>
            <a:miter lim="8000"/>
            <a:headEnd len="sm" w="sm" type="none"/>
            <a:tailEnd len="med" w="med" type="triangle"/>
          </a:ln>
        </p:spPr>
      </p:cxnSp>
      <p:sp>
        <p:nvSpPr>
          <p:cNvPr id="279" name="Google Shape;279;p21"/>
          <p:cNvSpPr txBox="1"/>
          <p:nvPr/>
        </p:nvSpPr>
        <p:spPr>
          <a:xfrm>
            <a:off x="5803396" y="2971800"/>
            <a:ext cx="1146043" cy="347472"/>
          </a:xfrm>
          <a:prstGeom prst="rect">
            <a:avLst/>
          </a:prstGeom>
          <a:noFill/>
          <a:ln>
            <a:noFill/>
          </a:ln>
        </p:spPr>
        <p:txBody>
          <a:bodyPr anchorCtr="0" anchor="b"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Quản lý người dùng, nội dung</a:t>
            </a:r>
            <a:endParaRPr/>
          </a:p>
        </p:txBody>
      </p:sp>
      <p:cxnSp>
        <p:nvCxnSpPr>
          <p:cNvPr id="280" name="Google Shape;280;p21"/>
          <p:cNvCxnSpPr/>
          <p:nvPr/>
        </p:nvCxnSpPr>
        <p:spPr>
          <a:xfrm>
            <a:off x="5803396" y="3703320"/>
            <a:ext cx="1146044" cy="0"/>
          </a:xfrm>
          <a:prstGeom prst="straightConnector1">
            <a:avLst/>
          </a:prstGeom>
          <a:noFill/>
          <a:ln cap="flat" cmpd="sng" w="19050">
            <a:solidFill>
              <a:srgbClr val="C00000"/>
            </a:solidFill>
            <a:prstDash val="solid"/>
            <a:miter lim="8000"/>
            <a:headEnd len="sm" w="sm" type="none"/>
            <a:tailEnd len="med" w="med" type="triangle"/>
          </a:ln>
        </p:spPr>
      </p:cxnSp>
      <p:sp>
        <p:nvSpPr>
          <p:cNvPr id="281" name="Google Shape;281;p21"/>
          <p:cNvSpPr txBox="1"/>
          <p:nvPr/>
        </p:nvSpPr>
        <p:spPr>
          <a:xfrm>
            <a:off x="5803396" y="3730752"/>
            <a:ext cx="1146043" cy="347472"/>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Báo cáo, thông báo quản trị</a:t>
            </a:r>
            <a:endParaRPr/>
          </a:p>
        </p:txBody>
      </p:sp>
      <p:sp>
        <p:nvSpPr>
          <p:cNvPr id="282" name="Google Shape;282;p21"/>
          <p:cNvSpPr/>
          <p:nvPr/>
        </p:nvSpPr>
        <p:spPr>
          <a:xfrm>
            <a:off x="6949440" y="4754880"/>
            <a:ext cx="1920240" cy="1005840"/>
          </a:xfrm>
          <a:prstGeom prst="rect">
            <a:avLst/>
          </a:prstGeom>
          <a:solidFill>
            <a:srgbClr val="F6F1F1"/>
          </a:solidFill>
          <a:ln cap="flat" cmpd="sng" w="12700">
            <a:solidFill>
              <a:srgbClr val="C00000"/>
            </a:solidFill>
            <a:prstDash val="solid"/>
            <a:miter lim="8000"/>
            <a:headEnd len="sm" w="sm" type="none"/>
            <a:tailEnd len="sm" w="sm" type="none"/>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200">
                <a:solidFill>
                  <a:srgbClr val="C00000"/>
                </a:solidFill>
                <a:latin typeface="Lato"/>
                <a:ea typeface="Lato"/>
                <a:cs typeface="Lato"/>
                <a:sym typeface="Lato"/>
              </a:rPr>
              <a:t>Dịch vụ Email / Thông báo</a:t>
            </a:r>
            <a:endParaRPr/>
          </a:p>
          <a:p>
            <a:pPr indent="0" lvl="0" marL="0" marR="0" rtl="0" algn="ctr">
              <a:spcBef>
                <a:spcPts val="0"/>
              </a:spcBef>
              <a:spcAft>
                <a:spcPts val="0"/>
              </a:spcAft>
              <a:buNone/>
            </a:pPr>
            <a:r>
              <a:rPr b="0" lang="en-US" sz="1000">
                <a:solidFill>
                  <a:srgbClr val="595959"/>
                </a:solidFill>
                <a:latin typeface="Lato"/>
                <a:ea typeface="Lato"/>
                <a:cs typeface="Lato"/>
                <a:sym typeface="Lato"/>
              </a:rPr>
              <a:t>SMTP</a:t>
            </a:r>
            <a:endParaRPr/>
          </a:p>
        </p:txBody>
      </p:sp>
      <p:cxnSp>
        <p:nvCxnSpPr>
          <p:cNvPr id="283" name="Google Shape;283;p21"/>
          <p:cNvCxnSpPr/>
          <p:nvPr/>
        </p:nvCxnSpPr>
        <p:spPr>
          <a:xfrm rot="10800000">
            <a:off x="5562785" y="5074920"/>
            <a:ext cx="1386654" cy="0"/>
          </a:xfrm>
          <a:prstGeom prst="straightConnector1">
            <a:avLst/>
          </a:prstGeom>
          <a:noFill/>
          <a:ln cap="flat" cmpd="sng" w="19050">
            <a:solidFill>
              <a:srgbClr val="404040"/>
            </a:solidFill>
            <a:prstDash val="solid"/>
            <a:miter lim="8000"/>
            <a:headEnd len="sm" w="sm" type="none"/>
            <a:tailEnd len="med" w="med" type="triangle"/>
          </a:ln>
        </p:spPr>
      </p:cxnSp>
      <p:sp>
        <p:nvSpPr>
          <p:cNvPr id="284" name="Google Shape;284;p21"/>
          <p:cNvSpPr txBox="1"/>
          <p:nvPr/>
        </p:nvSpPr>
        <p:spPr>
          <a:xfrm>
            <a:off x="5572168" y="4865810"/>
            <a:ext cx="1386654" cy="190821"/>
          </a:xfrm>
          <a:prstGeom prst="rect">
            <a:avLst/>
          </a:prstGeom>
          <a:noFill/>
          <a:ln>
            <a:noFill/>
          </a:ln>
        </p:spPr>
        <p:txBody>
          <a:bodyPr anchorCtr="0" anchor="b"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Trạng thái gửi</a:t>
            </a:r>
            <a:endParaRPr b="0" sz="1000">
              <a:solidFill>
                <a:srgbClr val="262626"/>
              </a:solidFill>
              <a:latin typeface="Lato"/>
              <a:ea typeface="Lato"/>
              <a:cs typeface="Lato"/>
              <a:sym typeface="Lato"/>
            </a:endParaRPr>
          </a:p>
        </p:txBody>
      </p:sp>
      <p:cxnSp>
        <p:nvCxnSpPr>
          <p:cNvPr id="285" name="Google Shape;285;p21"/>
          <p:cNvCxnSpPr/>
          <p:nvPr/>
        </p:nvCxnSpPr>
        <p:spPr>
          <a:xfrm>
            <a:off x="5406560" y="5440680"/>
            <a:ext cx="1542879" cy="0"/>
          </a:xfrm>
          <a:prstGeom prst="straightConnector1">
            <a:avLst/>
          </a:prstGeom>
          <a:noFill/>
          <a:ln cap="flat" cmpd="sng" w="19050">
            <a:solidFill>
              <a:srgbClr val="C00000"/>
            </a:solidFill>
            <a:prstDash val="solid"/>
            <a:miter lim="8000"/>
            <a:headEnd len="sm" w="sm" type="none"/>
            <a:tailEnd len="med" w="med" type="triangle"/>
          </a:ln>
        </p:spPr>
      </p:cxnSp>
      <p:sp>
        <p:nvSpPr>
          <p:cNvPr id="286" name="Google Shape;286;p21"/>
          <p:cNvSpPr txBox="1"/>
          <p:nvPr/>
        </p:nvSpPr>
        <p:spPr>
          <a:xfrm>
            <a:off x="5406561" y="5468112"/>
            <a:ext cx="1542878" cy="190821"/>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1000">
                <a:solidFill>
                  <a:srgbClr val="262626"/>
                </a:solidFill>
                <a:latin typeface="Lato"/>
                <a:ea typeface="Lato"/>
                <a:cs typeface="Lato"/>
                <a:sym typeface="Lato"/>
              </a:rPr>
              <a:t>Gửi email, thông báo</a:t>
            </a:r>
            <a:endParaRPr/>
          </a:p>
        </p:txBody>
      </p:sp>
      <p:cxnSp>
        <p:nvCxnSpPr>
          <p:cNvPr id="287" name="Google Shape;287;p21"/>
          <p:cNvCxnSpPr/>
          <p:nvPr/>
        </p:nvCxnSpPr>
        <p:spPr>
          <a:xfrm>
            <a:off x="320040" y="987552"/>
            <a:ext cx="411480" cy="0"/>
          </a:xfrm>
          <a:prstGeom prst="straightConnector1">
            <a:avLst/>
          </a:prstGeom>
          <a:noFill/>
          <a:ln cap="flat" cmpd="sng" w="19050">
            <a:solidFill>
              <a:srgbClr val="404040"/>
            </a:solidFill>
            <a:prstDash val="solid"/>
            <a:miter lim="8000"/>
            <a:headEnd len="sm" w="sm" type="none"/>
            <a:tailEnd len="med" w="med" type="triangle"/>
          </a:ln>
        </p:spPr>
      </p:cxnSp>
      <p:sp>
        <p:nvSpPr>
          <p:cNvPr id="288" name="Google Shape;288;p21"/>
          <p:cNvSpPr txBox="1"/>
          <p:nvPr/>
        </p:nvSpPr>
        <p:spPr>
          <a:xfrm>
            <a:off x="777240" y="896713"/>
            <a:ext cx="1463040" cy="190821"/>
          </a:xfrm>
          <a:prstGeom prst="rect">
            <a:avLst/>
          </a:prstGeom>
          <a:noFill/>
          <a:ln>
            <a:noFill/>
          </a:ln>
        </p:spPr>
        <p:txBody>
          <a:bodyPr anchorCtr="0" anchor="ctr" bIns="18275" lIns="36575" spcFirstLastPara="1" rIns="36575" wrap="square" tIns="18275">
            <a:spAutoFit/>
          </a:bodyPr>
          <a:lstStyle/>
          <a:p>
            <a:pPr indent="0" lvl="0" marL="0" marR="0" rtl="0" algn="l">
              <a:spcBef>
                <a:spcPts val="0"/>
              </a:spcBef>
              <a:spcAft>
                <a:spcPts val="0"/>
              </a:spcAft>
              <a:buNone/>
            </a:pPr>
            <a:r>
              <a:rPr b="0" lang="en-US" sz="1000">
                <a:solidFill>
                  <a:srgbClr val="595959"/>
                </a:solidFill>
                <a:latin typeface="Lato"/>
                <a:ea typeface="Lato"/>
                <a:cs typeface="Lato"/>
                <a:sym typeface="Lato"/>
              </a:rPr>
              <a:t>Yêu cầu vào</a:t>
            </a:r>
            <a:endParaRPr/>
          </a:p>
        </p:txBody>
      </p:sp>
      <p:cxnSp>
        <p:nvCxnSpPr>
          <p:cNvPr id="289" name="Google Shape;289;p21"/>
          <p:cNvCxnSpPr/>
          <p:nvPr/>
        </p:nvCxnSpPr>
        <p:spPr>
          <a:xfrm>
            <a:off x="1783080" y="987552"/>
            <a:ext cx="411480" cy="0"/>
          </a:xfrm>
          <a:prstGeom prst="straightConnector1">
            <a:avLst/>
          </a:prstGeom>
          <a:noFill/>
          <a:ln cap="flat" cmpd="sng" w="19050">
            <a:solidFill>
              <a:srgbClr val="C00000"/>
            </a:solidFill>
            <a:prstDash val="solid"/>
            <a:miter lim="8000"/>
            <a:headEnd len="sm" w="sm" type="none"/>
            <a:tailEnd len="med" w="med" type="triangle"/>
          </a:ln>
        </p:spPr>
      </p:cxnSp>
      <p:sp>
        <p:nvSpPr>
          <p:cNvPr id="290" name="Google Shape;290;p21"/>
          <p:cNvSpPr txBox="1"/>
          <p:nvPr/>
        </p:nvSpPr>
        <p:spPr>
          <a:xfrm>
            <a:off x="2240280" y="896713"/>
            <a:ext cx="1097280" cy="190821"/>
          </a:xfrm>
          <a:prstGeom prst="rect">
            <a:avLst/>
          </a:prstGeom>
          <a:noFill/>
          <a:ln>
            <a:noFill/>
          </a:ln>
        </p:spPr>
        <p:txBody>
          <a:bodyPr anchorCtr="0" anchor="ctr" bIns="18275" lIns="36575" spcFirstLastPara="1" rIns="36575" wrap="square" tIns="18275">
            <a:spAutoFit/>
          </a:bodyPr>
          <a:lstStyle/>
          <a:p>
            <a:pPr indent="0" lvl="0" marL="0" marR="0" rtl="0" algn="l">
              <a:spcBef>
                <a:spcPts val="0"/>
              </a:spcBef>
              <a:spcAft>
                <a:spcPts val="0"/>
              </a:spcAft>
              <a:buNone/>
            </a:pPr>
            <a:r>
              <a:rPr b="0" lang="en-US" sz="1000">
                <a:solidFill>
                  <a:srgbClr val="595959"/>
                </a:solidFill>
                <a:latin typeface="Lato"/>
                <a:ea typeface="Lato"/>
                <a:cs typeface="Lato"/>
                <a:sym typeface="Lato"/>
              </a:rPr>
              <a:t>Phản hồi</a:t>
            </a:r>
            <a:endParaRPr b="0" sz="1000">
              <a:solidFill>
                <a:srgbClr val="595959"/>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2"/>
          <p:cNvSpPr txBox="1"/>
          <p:nvPr>
            <p:ph type="title"/>
          </p:nvPr>
        </p:nvSpPr>
        <p:spPr>
          <a:xfrm>
            <a:off x="235079" y="78618"/>
            <a:ext cx="8673847"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FFFFFF"/>
              </a:buClr>
              <a:buSzPts val="2100"/>
              <a:buNone/>
            </a:pPr>
            <a:r>
              <a:rPr lang="en-US">
                <a:solidFill>
                  <a:srgbClr val="FFFFFF"/>
                </a:solidFill>
              </a:rPr>
              <a:t>2. Sơ đồ luồng dữ liệu mức 1 (DFD Level 1)</a:t>
            </a:r>
            <a:endParaRPr sz="3600"/>
          </a:p>
        </p:txBody>
      </p:sp>
      <p:sp>
        <p:nvSpPr>
          <p:cNvPr id="296" name="Google Shape;296;p22"/>
          <p:cNvSpPr txBox="1"/>
          <p:nvPr>
            <p:ph idx="12" type="sldNum"/>
          </p:nvPr>
        </p:nvSpPr>
        <p:spPr>
          <a:xfrm>
            <a:off x="6851526" y="6492875"/>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pic>
        <p:nvPicPr>
          <p:cNvPr id="297" name="Google Shape;297;p22"/>
          <p:cNvPicPr preferRelativeResize="0"/>
          <p:nvPr/>
        </p:nvPicPr>
        <p:blipFill rotWithShape="1">
          <a:blip r:embed="rId3">
            <a:alphaModFix/>
          </a:blip>
          <a:srcRect b="0" l="0" r="0" t="0"/>
          <a:stretch/>
        </p:blipFill>
        <p:spPr>
          <a:xfrm>
            <a:off x="0" y="699247"/>
            <a:ext cx="9144000" cy="537882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3"/>
          <p:cNvSpPr txBox="1"/>
          <p:nvPr>
            <p:ph type="title"/>
          </p:nvPr>
        </p:nvSpPr>
        <p:spPr>
          <a:xfrm>
            <a:off x="235079" y="78618"/>
            <a:ext cx="8673847"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solidFill>
                  <a:srgbClr val="FFFFFF"/>
                </a:solidFill>
                <a:latin typeface="Lato"/>
                <a:ea typeface="Lato"/>
                <a:cs typeface="Lato"/>
                <a:sym typeface="Lato"/>
              </a:rPr>
              <a:t>3. Phân loại NFR theo ISO 25010</a:t>
            </a:r>
            <a:endParaRPr/>
          </a:p>
        </p:txBody>
      </p:sp>
      <p:sp>
        <p:nvSpPr>
          <p:cNvPr id="303" name="Google Shape;303;p23"/>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latin typeface="Lato"/>
                <a:ea typeface="Lato"/>
                <a:cs typeface="Lato"/>
                <a:sym typeface="Lato"/>
              </a:rPr>
              <a:t>‹#›</a:t>
            </a:fld>
            <a:endParaRPr>
              <a:latin typeface="Lato"/>
              <a:ea typeface="Lato"/>
              <a:cs typeface="Lato"/>
              <a:sym typeface="Lato"/>
            </a:endParaRPr>
          </a:p>
        </p:txBody>
      </p:sp>
      <p:sp>
        <p:nvSpPr>
          <p:cNvPr id="304" name="Google Shape;304;p23"/>
          <p:cNvSpPr txBox="1"/>
          <p:nvPr/>
        </p:nvSpPr>
        <p:spPr>
          <a:xfrm>
            <a:off x="384048" y="868680"/>
            <a:ext cx="8375904" cy="406265"/>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1" lang="en-US" sz="1200">
                <a:solidFill>
                  <a:srgbClr val="595959"/>
                </a:solidFill>
                <a:latin typeface="Lato"/>
                <a:ea typeface="Lato"/>
                <a:cs typeface="Lato"/>
                <a:sym typeface="Lato"/>
              </a:rPr>
              <a:t>FR chia theo 6 phân hệ A–F và ưu tiên MoSCoW; mỗi NFR được gán vào một đặc tính chất lượng của ISO/IEC 25010 để không bỏ sót khía cạnh quan trọng.</a:t>
            </a:r>
            <a:endParaRPr/>
          </a:p>
        </p:txBody>
      </p:sp>
      <p:graphicFrame>
        <p:nvGraphicFramePr>
          <p:cNvPr id="305" name="Google Shape;305;p23"/>
          <p:cNvGraphicFramePr/>
          <p:nvPr/>
        </p:nvGraphicFramePr>
        <p:xfrm>
          <a:off x="384048" y="1463040"/>
          <a:ext cx="3000000" cy="3000000"/>
        </p:xfrm>
        <a:graphic>
          <a:graphicData uri="http://schemas.openxmlformats.org/drawingml/2006/table">
            <a:tbl>
              <a:tblPr>
                <a:noFill/>
                <a:tableStyleId>{07B05871-926E-4B30-99E0-B20CE4B63FE9}</a:tableStyleId>
              </a:tblPr>
              <a:tblGrid>
                <a:gridCol w="2743200"/>
                <a:gridCol w="2377450"/>
                <a:gridCol w="3255275"/>
              </a:tblGrid>
              <a:tr h="347475">
                <a:tc>
                  <a:txBody>
                    <a:bodyPr/>
                    <a:lstStyle/>
                    <a:p>
                      <a:pPr indent="0" lvl="0" marL="0" marR="0" rtl="0" algn="l">
                        <a:spcBef>
                          <a:spcPts val="0"/>
                        </a:spcBef>
                        <a:spcAft>
                          <a:spcPts val="0"/>
                        </a:spcAft>
                        <a:buNone/>
                      </a:pPr>
                      <a:r>
                        <a:rPr b="1" lang="en-US" sz="1200" u="none" cap="none" strike="noStrike">
                          <a:solidFill>
                            <a:srgbClr val="FFFFFF"/>
                          </a:solidFill>
                          <a:latin typeface="Lato"/>
                          <a:ea typeface="Lato"/>
                          <a:cs typeface="Lato"/>
                          <a:sym typeface="Lato"/>
                        </a:rPr>
                        <a:t>Đặc tính ISO 25010</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b="1" lang="en-US" sz="1200">
                          <a:solidFill>
                            <a:srgbClr val="FFFFFF"/>
                          </a:solidFill>
                          <a:latin typeface="Lato"/>
                          <a:ea typeface="Lato"/>
                          <a:cs typeface="Lato"/>
                          <a:sym typeface="Lato"/>
                        </a:rPr>
                        <a:t>Đặc tính con liên quan</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b="1" lang="en-US" sz="1200">
                          <a:solidFill>
                            <a:srgbClr val="FFFFFF"/>
                          </a:solidFill>
                          <a:latin typeface="Lato"/>
                          <a:ea typeface="Lato"/>
                          <a:cs typeface="Lato"/>
                          <a:sym typeface="Lato"/>
                        </a:rPr>
                        <a:t>NFR của dự án</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r>
              <a:tr h="53035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Functional suitability</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(Phù hợp chức năng)</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Completeness, correctness</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FR-01 → FR-35</a:t>
                      </a:r>
                      <a:endParaRPr/>
                    </a:p>
                    <a:p>
                      <a:pPr indent="0" lvl="0" marL="0" marR="0" rtl="0" algn="l">
                        <a:spcBef>
                          <a:spcPts val="0"/>
                        </a:spcBef>
                        <a:spcAft>
                          <a:spcPts val="0"/>
                        </a:spcAft>
                        <a:buNone/>
                      </a:pPr>
                      <a:r>
                        <a:rPr b="0" lang="en-US" sz="1200">
                          <a:solidFill>
                            <a:srgbClr val="262626"/>
                          </a:solidFill>
                          <a:latin typeface="Lato"/>
                          <a:ea typeface="Lato"/>
                          <a:cs typeface="Lato"/>
                          <a:sym typeface="Lato"/>
                        </a:rPr>
                        <a:t>NFR-04 Tính chính xác dữ liệu</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r h="53035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Performance efficiency</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(Hiệu năng)</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Time behaviour, capacity</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NFR-01 Hiệu năng</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Compatibility</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(Tương thích)</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Interoperability</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Chưa đặt NFR riêng (chỉ tích hợp Email SMTP)</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r h="53035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Usability</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(Khả năng sử dụng)</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Operability, accessibility</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NFR-02 Dễ sử dụng</a:t>
                      </a:r>
                      <a:endParaRPr/>
                    </a:p>
                    <a:p>
                      <a:pPr indent="0" lvl="0" marL="0" marR="0" rtl="0" algn="l">
                        <a:spcBef>
                          <a:spcPts val="0"/>
                        </a:spcBef>
                        <a:spcAft>
                          <a:spcPts val="0"/>
                        </a:spcAft>
                        <a:buNone/>
                      </a:pPr>
                      <a:r>
                        <a:rPr b="0" lang="en-US" sz="1200">
                          <a:solidFill>
                            <a:srgbClr val="262626"/>
                          </a:solidFill>
                          <a:latin typeface="Lato"/>
                          <a:ea typeface="Lato"/>
                          <a:cs typeface="Lato"/>
                          <a:sym typeface="Lato"/>
                        </a:rPr>
                        <a:t>NFR-10 Khả năng truy cập</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Reliability</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(Độ tin cậy)</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Availability, recoverability</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NFR-08 Khả dụng</a:t>
                      </a:r>
                      <a:endParaRPr/>
                    </a:p>
                    <a:p>
                      <a:pPr indent="0" lvl="0" marL="0" marR="0" rtl="0" algn="l">
                        <a:spcBef>
                          <a:spcPts val="0"/>
                        </a:spcBef>
                        <a:spcAft>
                          <a:spcPts val="0"/>
                        </a:spcAft>
                        <a:buNone/>
                      </a:pPr>
                      <a:r>
                        <a:rPr b="0" lang="en-US" sz="1200">
                          <a:solidFill>
                            <a:srgbClr val="262626"/>
                          </a:solidFill>
                          <a:latin typeface="Lato"/>
                          <a:ea typeface="Lato"/>
                          <a:cs typeface="Lato"/>
                          <a:sym typeface="Lato"/>
                        </a:rPr>
                        <a:t>NFR-09 Sao lưu</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r h="53035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Security</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(Bảo mật)</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Confidentiality, integrity</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NFR-05 Bảo mật</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Maintainability</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(Bảo trì)</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Modularity, modifiability</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NFR-07 Bảo trì</a:t>
                      </a:r>
                      <a:endParaRPr/>
                    </a:p>
                    <a:p>
                      <a:pPr indent="0" lvl="0" marL="0" marR="0" rtl="0" algn="l">
                        <a:spcBef>
                          <a:spcPts val="0"/>
                        </a:spcBef>
                        <a:spcAft>
                          <a:spcPts val="0"/>
                        </a:spcAft>
                        <a:buNone/>
                      </a:pPr>
                      <a:r>
                        <a:rPr b="0" lang="en-US" sz="1200">
                          <a:solidFill>
                            <a:srgbClr val="262626"/>
                          </a:solidFill>
                          <a:latin typeface="Lato"/>
                          <a:ea typeface="Lato"/>
                          <a:cs typeface="Lato"/>
                          <a:sym typeface="Lato"/>
                        </a:rPr>
                        <a:t>NFR-06 Khả năng mở rộng</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r h="53035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Portability</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(Tính khả chuyển)</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Adaptability</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NFR-03 Tương thích thiết bị</a:t>
                      </a:r>
                      <a:endParaRPr b="0" sz="1200">
                        <a:solidFill>
                          <a:srgbClr val="262626"/>
                        </a:solidFill>
                        <a:latin typeface="Lato"/>
                        <a:ea typeface="Lato"/>
                        <a:cs typeface="Lato"/>
                        <a:sym typeface="Lato"/>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235079" y="78618"/>
            <a:ext cx="8673847"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solidFill>
                  <a:srgbClr val="FFFFFF"/>
                </a:solidFill>
              </a:rPr>
              <a:t>4. Chỉ số định lượng của NFR</a:t>
            </a:r>
            <a:endParaRPr/>
          </a:p>
        </p:txBody>
      </p:sp>
      <p:sp>
        <p:nvSpPr>
          <p:cNvPr id="311" name="Google Shape;311;p24"/>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graphicFrame>
        <p:nvGraphicFramePr>
          <p:cNvPr id="312" name="Google Shape;312;p24"/>
          <p:cNvGraphicFramePr/>
          <p:nvPr/>
        </p:nvGraphicFramePr>
        <p:xfrm>
          <a:off x="384048" y="914400"/>
          <a:ext cx="3000000" cy="3000000"/>
        </p:xfrm>
        <a:graphic>
          <a:graphicData uri="http://schemas.openxmlformats.org/drawingml/2006/table">
            <a:tbl>
              <a:tblPr>
                <a:noFill/>
                <a:tableStyleId>{07B05871-926E-4B30-99E0-B20CE4B63FE9}</a:tableStyleId>
              </a:tblPr>
              <a:tblGrid>
                <a:gridCol w="1417325"/>
                <a:gridCol w="3017525"/>
                <a:gridCol w="3941075"/>
              </a:tblGrid>
              <a:tr h="347475">
                <a:tc>
                  <a:txBody>
                    <a:bodyPr/>
                    <a:lstStyle/>
                    <a:p>
                      <a:pPr indent="0" lvl="0" marL="0" marR="0" rtl="0" algn="l">
                        <a:spcBef>
                          <a:spcPts val="0"/>
                        </a:spcBef>
                        <a:spcAft>
                          <a:spcPts val="0"/>
                        </a:spcAft>
                        <a:buNone/>
                      </a:pPr>
                      <a:r>
                        <a:rPr b="1" lang="en-US" sz="1200">
                          <a:solidFill>
                            <a:srgbClr val="FFFFFF"/>
                          </a:solidFill>
                          <a:latin typeface="Lato"/>
                          <a:ea typeface="Lato"/>
                          <a:cs typeface="Lato"/>
                          <a:sym typeface="Lato"/>
                        </a:rPr>
                        <a:t>NFR</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b="1" lang="en-US" sz="1200">
                          <a:solidFill>
                            <a:srgbClr val="FFFFFF"/>
                          </a:solidFill>
                          <a:latin typeface="Lato"/>
                          <a:ea typeface="Lato"/>
                          <a:cs typeface="Lato"/>
                          <a:sym typeface="Lato"/>
                        </a:rPr>
                        <a:t>Chỉ số mục tiêu (đề xuất)</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b="1" lang="en-US" sz="1200">
                          <a:solidFill>
                            <a:srgbClr val="FFFFFF"/>
                          </a:solidFill>
                          <a:latin typeface="Lato"/>
                          <a:ea typeface="Lato"/>
                          <a:cs typeface="Lato"/>
                          <a:sym typeface="Lato"/>
                        </a:rPr>
                        <a:t>Cơ sở xác lập</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r>
              <a:tr h="60350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NFR-01</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Tải trang</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 3 giây khi tải bản đồ; LCP ≤ 2,5 giây</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Ngưỡng "Good" của Core Web Vitals (Google)</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r h="60350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NFR-01</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Tìm kiếm / lọc</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 1 giây cho 95% yêu cầu</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Giới hạn 1 giây để người dùng giữ mạch suy nghĩ (Nielsen)</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0350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NFR-01</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Đồng thời</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100 người dùng đồng thời</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Ước lượng từ một lớp học / buổi thuyết trình; xác nhận bằng kiểm thử tải</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r h="60350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NFR-03</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Tương thích</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Chrome, Edge, Firefox bản mới; màn hình ≥ 360 px</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Trình duyệt và độ rộng điện thoại phổ biến</a:t>
                      </a:r>
                      <a:endParaRPr b="0" sz="1200">
                        <a:solidFill>
                          <a:srgbClr val="262626"/>
                        </a:solidFill>
                        <a:latin typeface="Lato"/>
                        <a:ea typeface="Lato"/>
                        <a:cs typeface="Lato"/>
                        <a:sym typeface="Lato"/>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0350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NFR-05</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Bảo mật</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HTTPS; mật khẩu băm; chặn SQL injection, XSS</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OWASP Top 10</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r h="60350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NFR-08</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Khả dụng</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 99% thời gian hoạt động</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Mức thường gặp ở hạ tầng hosting cho đồ án</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03500">
                <a:tc>
                  <a:txBody>
                    <a:bodyPr/>
                    <a:lstStyle/>
                    <a:p>
                      <a:pPr indent="0" lvl="0" marL="0" marR="0" rtl="0" algn="l">
                        <a:spcBef>
                          <a:spcPts val="0"/>
                        </a:spcBef>
                        <a:spcAft>
                          <a:spcPts val="0"/>
                        </a:spcAft>
                        <a:buNone/>
                      </a:pPr>
                      <a:r>
                        <a:rPr b="1" lang="en-US" sz="1200">
                          <a:solidFill>
                            <a:srgbClr val="262626"/>
                          </a:solidFill>
                          <a:latin typeface="Lato"/>
                          <a:ea typeface="Lato"/>
                          <a:cs typeface="Lato"/>
                          <a:sym typeface="Lato"/>
                        </a:rPr>
                        <a:t>NFR-10</a:t>
                      </a:r>
                      <a:endParaRPr/>
                    </a:p>
                    <a:p>
                      <a:pPr indent="0" lvl="0" marL="0" marR="0" rtl="0" algn="l">
                        <a:spcBef>
                          <a:spcPts val="0"/>
                        </a:spcBef>
                        <a:spcAft>
                          <a:spcPts val="0"/>
                        </a:spcAft>
                        <a:buNone/>
                      </a:pPr>
                      <a:r>
                        <a:rPr b="1" lang="en-US" sz="1200">
                          <a:solidFill>
                            <a:srgbClr val="262626"/>
                          </a:solidFill>
                          <a:latin typeface="Lato"/>
                          <a:ea typeface="Lato"/>
                          <a:cs typeface="Lato"/>
                          <a:sym typeface="Lato"/>
                        </a:rPr>
                        <a:t>Truy cập</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Tương phản chữ/nền ≥ 4,5 : 1</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latin typeface="Lato"/>
                          <a:ea typeface="Lato"/>
                          <a:cs typeface="Lato"/>
                          <a:sym typeface="Lato"/>
                        </a:rPr>
                        <a:t>WCAG 2.1, mức AA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bl>
          </a:graphicData>
        </a:graphic>
      </p:graphicFrame>
      <p:sp>
        <p:nvSpPr>
          <p:cNvPr id="313" name="Google Shape;313;p24"/>
          <p:cNvSpPr txBox="1"/>
          <p:nvPr/>
        </p:nvSpPr>
        <p:spPr>
          <a:xfrm>
            <a:off x="384048" y="5760720"/>
            <a:ext cx="8375904" cy="20621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1" lang="en-US" sz="1100">
                <a:solidFill>
                  <a:srgbClr val="595959"/>
                </a:solidFill>
                <a:latin typeface="Lato"/>
                <a:ea typeface="Lato"/>
                <a:cs typeface="Lato"/>
                <a:sym typeface="Lato"/>
              </a:rPr>
              <a:t>Các chỉ số là mục tiêu đề xuất, sẽ hiệu chỉnh sau khi kiểm thử tải và khảo sát người dùng.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5"/>
          <p:cNvSpPr txBox="1"/>
          <p:nvPr>
            <p:ph type="title"/>
          </p:nvPr>
        </p:nvSpPr>
        <p:spPr>
          <a:xfrm>
            <a:off x="235079" y="78618"/>
            <a:ext cx="8673847"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solidFill>
                  <a:srgbClr val="FFFFFF"/>
                </a:solidFill>
              </a:rPr>
              <a:t>5. Ma trận truy vết yêu cầu (RTM)</a:t>
            </a:r>
            <a:endParaRPr/>
          </a:p>
        </p:txBody>
      </p:sp>
      <p:sp>
        <p:nvSpPr>
          <p:cNvPr id="319" name="Google Shape;319;p25"/>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t>‹#›</a:t>
            </a:fld>
            <a:endParaRPr/>
          </a:p>
        </p:txBody>
      </p:sp>
      <p:graphicFrame>
        <p:nvGraphicFramePr>
          <p:cNvPr id="320" name="Google Shape;320;p25"/>
          <p:cNvGraphicFramePr/>
          <p:nvPr/>
        </p:nvGraphicFramePr>
        <p:xfrm>
          <a:off x="384048" y="914400"/>
          <a:ext cx="3000000" cy="3000000"/>
        </p:xfrm>
        <a:graphic>
          <a:graphicData uri="http://schemas.openxmlformats.org/drawingml/2006/table">
            <a:tbl>
              <a:tblPr>
                <a:noFill/>
                <a:tableStyleId>{07B05871-926E-4B30-99E0-B20CE4B63FE9}</a:tableStyleId>
              </a:tblPr>
              <a:tblGrid>
                <a:gridCol w="685800"/>
                <a:gridCol w="2240275"/>
                <a:gridCol w="1051550"/>
                <a:gridCol w="960125"/>
                <a:gridCol w="2057400"/>
                <a:gridCol w="1380750"/>
              </a:tblGrid>
              <a:tr h="347475">
                <a:tc>
                  <a:txBody>
                    <a:bodyPr/>
                    <a:lstStyle/>
                    <a:p>
                      <a:pPr indent="0" lvl="0" marL="0" marR="0" rtl="0" algn="l">
                        <a:spcBef>
                          <a:spcPts val="0"/>
                        </a:spcBef>
                        <a:spcAft>
                          <a:spcPts val="0"/>
                        </a:spcAft>
                        <a:buNone/>
                      </a:pPr>
                      <a:r>
                        <a:rPr b="1" lang="en-US" sz="1200">
                          <a:solidFill>
                            <a:srgbClr val="FFFFFF"/>
                          </a:solidFill>
                        </a:rPr>
                        <a:t>Mã</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b="1" lang="en-US" sz="1200">
                          <a:solidFill>
                            <a:srgbClr val="FFFFFF"/>
                          </a:solidFill>
                        </a:rPr>
                        <a:t>Nhu cầu nghiệp vụ</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b="1" lang="en-US" sz="1200">
                          <a:solidFill>
                            <a:srgbClr val="FFFFFF"/>
                          </a:solidFill>
                        </a:rPr>
                        <a:t>FR</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b="1" lang="en-US" sz="1200">
                          <a:solidFill>
                            <a:srgbClr val="FFFFFF"/>
                          </a:solidFill>
                        </a:rPr>
                        <a:t>DFD</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b="1" lang="en-US" sz="1200">
                          <a:solidFill>
                            <a:srgbClr val="FFFFFF"/>
                          </a:solidFill>
                        </a:rPr>
                        <a:t>Use case</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b="1" lang="en-US" sz="1200">
                          <a:solidFill>
                            <a:srgbClr val="FFFFFF"/>
                          </a:solidFill>
                        </a:rPr>
                        <a:t>NFR</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00000"/>
                    </a:solidFill>
                  </a:tcPr>
                </a:tc>
              </a:tr>
              <a:tr h="621800">
                <a:tc>
                  <a:txBody>
                    <a:bodyPr/>
                    <a:lstStyle/>
                    <a:p>
                      <a:pPr indent="0" lvl="0" marL="0" marR="0" rtl="0" algn="l">
                        <a:spcBef>
                          <a:spcPts val="0"/>
                        </a:spcBef>
                        <a:spcAft>
                          <a:spcPts val="0"/>
                        </a:spcAft>
                        <a:buNone/>
                      </a:pPr>
                      <a:r>
                        <a:rPr b="1" lang="en-US" sz="1200">
                          <a:solidFill>
                            <a:srgbClr val="262626"/>
                          </a:solidFill>
                        </a:rPr>
                        <a:t>BR-01</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Xem bản đồ Việt Nam qua các thời kỳ</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FR-01 → 06</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3.0</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Tra cứu sự kiện trên bản đồ</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NFR-01, 03</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r h="621800">
                <a:tc>
                  <a:txBody>
                    <a:bodyPr/>
                    <a:lstStyle/>
                    <a:p>
                      <a:pPr indent="0" lvl="0" marL="0" marR="0" rtl="0" algn="l">
                        <a:spcBef>
                          <a:spcPts val="0"/>
                        </a:spcBef>
                        <a:spcAft>
                          <a:spcPts val="0"/>
                        </a:spcAft>
                        <a:buNone/>
                      </a:pPr>
                      <a:r>
                        <a:rPr b="1" lang="en-US" sz="1200">
                          <a:solidFill>
                            <a:srgbClr val="262626"/>
                          </a:solidFill>
                        </a:rPr>
                        <a:t>BR-02</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Xem chi tiết sự kiện lịch sử</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FR-07 → 13</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2.0, 3.0</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Xem chi tiết sự kiện lịch sử</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NFR-01, 04</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21800">
                <a:tc>
                  <a:txBody>
                    <a:bodyPr/>
                    <a:lstStyle/>
                    <a:p>
                      <a:pPr indent="0" lvl="0" marL="0" marR="0" rtl="0" algn="l">
                        <a:spcBef>
                          <a:spcPts val="0"/>
                        </a:spcBef>
                        <a:spcAft>
                          <a:spcPts val="0"/>
                        </a:spcAft>
                        <a:buNone/>
                      </a:pPr>
                      <a:r>
                        <a:rPr b="1" lang="en-US" sz="1200">
                          <a:solidFill>
                            <a:srgbClr val="262626"/>
                          </a:solidFill>
                        </a:rPr>
                        <a:t>BR-03</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Tra cứu nhân vật lịch sử liên quan</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FR-14 → 18</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2.0</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Xem chi tiết sự kiện lịch sử</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NFR-04</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r h="621800">
                <a:tc>
                  <a:txBody>
                    <a:bodyPr/>
                    <a:lstStyle/>
                    <a:p>
                      <a:pPr indent="0" lvl="0" marL="0" marR="0" rtl="0" algn="l">
                        <a:spcBef>
                          <a:spcPts val="0"/>
                        </a:spcBef>
                        <a:spcAft>
                          <a:spcPts val="0"/>
                        </a:spcAft>
                        <a:buNone/>
                      </a:pPr>
                      <a:r>
                        <a:rPr b="1" lang="en-US" sz="1200">
                          <a:solidFill>
                            <a:srgbClr val="262626"/>
                          </a:solidFill>
                        </a:rPr>
                        <a:t>BR-04</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Tìm kiếm, lọc theo tên, thời gian, địa điểm</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FR-19 → 24</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3.0</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Tra cứu sự kiện trên bản đồ</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NFR-01, 02</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21800">
                <a:tc>
                  <a:txBody>
                    <a:bodyPr/>
                    <a:lstStyle/>
                    <a:p>
                      <a:pPr indent="0" lvl="0" marL="0" marR="0" rtl="0" algn="l">
                        <a:spcBef>
                          <a:spcPts val="0"/>
                        </a:spcBef>
                        <a:spcAft>
                          <a:spcPts val="0"/>
                        </a:spcAft>
                        <a:buNone/>
                      </a:pPr>
                      <a:r>
                        <a:rPr b="1" lang="en-US" sz="1200">
                          <a:solidFill>
                            <a:srgbClr val="262626"/>
                          </a:solidFill>
                        </a:rPr>
                        <a:t>BR-05</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Xem tư liệu, nguồn tham khảo</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FR-25 → 30</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4.0</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Xem chi tiết sự kiện lịch sử</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c>
                  <a:txBody>
                    <a:bodyPr/>
                    <a:lstStyle/>
                    <a:p>
                      <a:pPr indent="0" lvl="0" marL="0" marR="0" rtl="0" algn="l">
                        <a:spcBef>
                          <a:spcPts val="0"/>
                        </a:spcBef>
                        <a:spcAft>
                          <a:spcPts val="0"/>
                        </a:spcAft>
                        <a:buNone/>
                      </a:pPr>
                      <a:r>
                        <a:rPr b="0" lang="en-US" sz="1200">
                          <a:solidFill>
                            <a:srgbClr val="262626"/>
                          </a:solidFill>
                        </a:rPr>
                        <a:t>NFR-04</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6F1F1"/>
                    </a:solidFill>
                  </a:tcPr>
                </a:tc>
              </a:tr>
              <a:tr h="621800">
                <a:tc>
                  <a:txBody>
                    <a:bodyPr/>
                    <a:lstStyle/>
                    <a:p>
                      <a:pPr indent="0" lvl="0" marL="0" marR="0" rtl="0" algn="l">
                        <a:spcBef>
                          <a:spcPts val="0"/>
                        </a:spcBef>
                        <a:spcAft>
                          <a:spcPts val="0"/>
                        </a:spcAft>
                        <a:buNone/>
                      </a:pPr>
                      <a:r>
                        <a:rPr b="1" lang="en-US" sz="1200">
                          <a:solidFill>
                            <a:srgbClr val="262626"/>
                          </a:solidFill>
                        </a:rPr>
                        <a:t>BR-06</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Quản trị, nhập liệu, cập nhật dữ liệu</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FR-31 → 35</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1.0, 2.0, 4.0, 6.0</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Quản lý dữ liệu sự kiện lịch sử</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1200">
                          <a:solidFill>
                            <a:srgbClr val="262626"/>
                          </a:solidFill>
                        </a:rPr>
                        <a:t>NFR-05, 07, 09</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321" name="Google Shape;321;p25"/>
          <p:cNvSpPr/>
          <p:nvPr/>
        </p:nvSpPr>
        <p:spPr>
          <a:xfrm>
            <a:off x="384048" y="5303520"/>
            <a:ext cx="8375904" cy="777240"/>
          </a:xfrm>
          <a:prstGeom prst="rect">
            <a:avLst/>
          </a:prstGeom>
          <a:solidFill>
            <a:srgbClr val="F6F1F1"/>
          </a:solidFill>
          <a:ln cap="flat" cmpd="sng" w="12700">
            <a:solidFill>
              <a:srgbClr val="C00000"/>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l">
              <a:spcBef>
                <a:spcPts val="0"/>
              </a:spcBef>
              <a:spcAft>
                <a:spcPts val="0"/>
              </a:spcAft>
              <a:buNone/>
            </a:pPr>
            <a:r>
              <a:rPr b="1" lang="en-US" sz="1200">
                <a:solidFill>
                  <a:srgbClr val="C00000"/>
                </a:solidFill>
                <a:latin typeface="Arial"/>
                <a:ea typeface="Arial"/>
                <a:cs typeface="Arial"/>
                <a:sym typeface="Arial"/>
              </a:rPr>
              <a:t>Độ phủ: </a:t>
            </a:r>
            <a:r>
              <a:rPr b="0" lang="en-US" sz="1200">
                <a:solidFill>
                  <a:srgbClr val="262626"/>
                </a:solidFill>
                <a:latin typeface="Arial"/>
                <a:ea typeface="Arial"/>
                <a:cs typeface="Arial"/>
                <a:sym typeface="Arial"/>
              </a:rPr>
              <a:t>6/6 nhu cầu nghiệp vụ có chức năng tương ứng; 35/35 FR được truy vết tới ít nhất một tiến trình DFD và một NFR liên quan.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6"/>
          <p:cNvSpPr txBox="1"/>
          <p:nvPr>
            <p:ph type="title"/>
          </p:nvPr>
        </p:nvSpPr>
        <p:spPr>
          <a:xfrm>
            <a:off x="235079" y="78618"/>
            <a:ext cx="8673847" cy="45173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solidFill>
                  <a:srgbClr val="FFFFFF"/>
                </a:solidFill>
                <a:latin typeface="Lato"/>
                <a:ea typeface="Lato"/>
                <a:cs typeface="Lato"/>
                <a:sym typeface="Lato"/>
              </a:rPr>
              <a:t>6. Dự thảo tài liệu SRS (IEEE 830)</a:t>
            </a:r>
            <a:endParaRPr/>
          </a:p>
        </p:txBody>
      </p:sp>
      <p:sp>
        <p:nvSpPr>
          <p:cNvPr id="327" name="Google Shape;327;p26"/>
          <p:cNvSpPr txBox="1"/>
          <p:nvPr>
            <p:ph idx="12" type="sldNum"/>
          </p:nvPr>
        </p:nvSpPr>
        <p:spPr>
          <a:xfrm>
            <a:off x="6867383" y="6572132"/>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1200"/>
              <a:buFont typeface="Lato"/>
              <a:buNone/>
            </a:pPr>
            <a:fld id="{00000000-1234-1234-1234-123412341234}" type="slidenum">
              <a:rPr lang="en-US">
                <a:latin typeface="Lato"/>
                <a:ea typeface="Lato"/>
                <a:cs typeface="Lato"/>
                <a:sym typeface="Lato"/>
              </a:rPr>
              <a:t>‹#›</a:t>
            </a:fld>
            <a:endParaRPr>
              <a:latin typeface="Lato"/>
              <a:ea typeface="Lato"/>
              <a:cs typeface="Lato"/>
              <a:sym typeface="Lato"/>
            </a:endParaRPr>
          </a:p>
        </p:txBody>
      </p:sp>
      <p:sp>
        <p:nvSpPr>
          <p:cNvPr id="328" name="Google Shape;328;p26"/>
          <p:cNvSpPr/>
          <p:nvPr/>
        </p:nvSpPr>
        <p:spPr>
          <a:xfrm>
            <a:off x="384048" y="1005840"/>
            <a:ext cx="2697480" cy="50292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FFFFFF"/>
                </a:solidFill>
                <a:latin typeface="Lato"/>
                <a:ea typeface="Lato"/>
                <a:cs typeface="Lato"/>
                <a:sym typeface="Lato"/>
              </a:rPr>
              <a:t>1. Giới thiệu</a:t>
            </a:r>
            <a:endParaRPr/>
          </a:p>
        </p:txBody>
      </p:sp>
      <p:sp>
        <p:nvSpPr>
          <p:cNvPr id="329" name="Google Shape;329;p26"/>
          <p:cNvSpPr/>
          <p:nvPr/>
        </p:nvSpPr>
        <p:spPr>
          <a:xfrm>
            <a:off x="384048" y="1508760"/>
            <a:ext cx="2697480" cy="2697480"/>
          </a:xfrm>
          <a:prstGeom prst="rect">
            <a:avLst/>
          </a:prstGeom>
          <a:solidFill>
            <a:srgbClr val="F6F1F1"/>
          </a:solidFill>
          <a:ln cap="flat" cmpd="sng" w="12700">
            <a:solidFill>
              <a:srgbClr val="C00000"/>
            </a:solidFill>
            <a:prstDash val="solid"/>
            <a:miter lim="8000"/>
            <a:headEnd len="sm" w="sm" type="none"/>
            <a:tailEnd len="sm" w="sm" type="none"/>
          </a:ln>
        </p:spPr>
        <p:txBody>
          <a:bodyPr anchorCtr="0" anchor="t" bIns="45700" lIns="164575" spcFirstLastPara="1" rIns="91425" wrap="square" tIns="137150">
            <a:noAutofit/>
          </a:bodyPr>
          <a:lstStyle/>
          <a:p>
            <a:pPr indent="0" lvl="0" marL="0" marR="0" rtl="0" algn="l">
              <a:spcBef>
                <a:spcPts val="0"/>
              </a:spcBef>
              <a:spcAft>
                <a:spcPts val="0"/>
              </a:spcAft>
              <a:buNone/>
            </a:pPr>
            <a:r>
              <a:rPr b="1" lang="en-US" sz="1400">
                <a:solidFill>
                  <a:srgbClr val="C00000"/>
                </a:solidFill>
                <a:latin typeface="Lato"/>
                <a:ea typeface="Lato"/>
                <a:cs typeface="Lato"/>
                <a:sym typeface="Lato"/>
              </a:rPr>
              <a:t>1.1  </a:t>
            </a:r>
            <a:r>
              <a:rPr b="0" lang="en-US" sz="1400">
                <a:solidFill>
                  <a:srgbClr val="262626"/>
                </a:solidFill>
                <a:latin typeface="Lato"/>
                <a:ea typeface="Lato"/>
                <a:cs typeface="Lato"/>
                <a:sym typeface="Lato"/>
              </a:rPr>
              <a:t>Mục đích</a:t>
            </a:r>
            <a:endParaRPr b="0" sz="1400">
              <a:solidFill>
                <a:srgbClr val="262626"/>
              </a:solidFill>
              <a:latin typeface="Lato"/>
              <a:ea typeface="Lato"/>
              <a:cs typeface="Lato"/>
              <a:sym typeface="Lato"/>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1.2  </a:t>
            </a:r>
            <a:r>
              <a:rPr b="0" lang="en-US" sz="1400">
                <a:solidFill>
                  <a:srgbClr val="262626"/>
                </a:solidFill>
                <a:latin typeface="Lato"/>
                <a:ea typeface="Lato"/>
                <a:cs typeface="Lato"/>
                <a:sym typeface="Lato"/>
              </a:rPr>
              <a:t>Phạm vi hệ thống</a:t>
            </a:r>
            <a:endParaRPr b="0" sz="1400">
              <a:solidFill>
                <a:srgbClr val="262626"/>
              </a:solidFill>
              <a:latin typeface="Lato"/>
              <a:ea typeface="Lato"/>
              <a:cs typeface="Lato"/>
              <a:sym typeface="Lato"/>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1.3  </a:t>
            </a:r>
            <a:r>
              <a:rPr b="0" lang="en-US" sz="1400">
                <a:solidFill>
                  <a:srgbClr val="262626"/>
                </a:solidFill>
                <a:latin typeface="Lato"/>
                <a:ea typeface="Lato"/>
                <a:cs typeface="Lato"/>
                <a:sym typeface="Lato"/>
              </a:rPr>
              <a:t>Định nghĩa, từ viết tắt</a:t>
            </a:r>
            <a:endParaRPr b="0" sz="1400">
              <a:solidFill>
                <a:srgbClr val="262626"/>
              </a:solidFill>
              <a:latin typeface="Lato"/>
              <a:ea typeface="Lato"/>
              <a:cs typeface="Lato"/>
              <a:sym typeface="Lato"/>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1.4  </a:t>
            </a:r>
            <a:r>
              <a:rPr b="0" lang="en-US" sz="1400">
                <a:solidFill>
                  <a:srgbClr val="262626"/>
                </a:solidFill>
                <a:latin typeface="Lato"/>
                <a:ea typeface="Lato"/>
                <a:cs typeface="Lato"/>
                <a:sym typeface="Lato"/>
              </a:rPr>
              <a:t>Tài liệu tham chiếu</a:t>
            </a:r>
            <a:endParaRPr b="0" sz="1400">
              <a:solidFill>
                <a:srgbClr val="262626"/>
              </a:solidFill>
              <a:latin typeface="Lato"/>
              <a:ea typeface="Lato"/>
              <a:cs typeface="Lato"/>
              <a:sym typeface="Lato"/>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1.5  </a:t>
            </a:r>
            <a:r>
              <a:rPr b="0" lang="en-US" sz="1400">
                <a:solidFill>
                  <a:srgbClr val="262626"/>
                </a:solidFill>
                <a:latin typeface="Lato"/>
                <a:ea typeface="Lato"/>
                <a:cs typeface="Lato"/>
                <a:sym typeface="Lato"/>
              </a:rPr>
              <a:t>Tổng quan tài liệu</a:t>
            </a:r>
            <a:endParaRPr b="0" sz="1400">
              <a:solidFill>
                <a:srgbClr val="262626"/>
              </a:solidFill>
              <a:latin typeface="Lato"/>
              <a:ea typeface="Lato"/>
              <a:cs typeface="Lato"/>
              <a:sym typeface="Lato"/>
            </a:endParaRPr>
          </a:p>
        </p:txBody>
      </p:sp>
      <p:sp>
        <p:nvSpPr>
          <p:cNvPr id="330" name="Google Shape;330;p26"/>
          <p:cNvSpPr txBox="1"/>
          <p:nvPr/>
        </p:nvSpPr>
        <p:spPr>
          <a:xfrm>
            <a:off x="384048" y="4343400"/>
            <a:ext cx="2697480" cy="375487"/>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000">
                <a:solidFill>
                  <a:srgbClr val="595959"/>
                </a:solidFill>
                <a:latin typeface="Lato"/>
                <a:ea typeface="Lato"/>
                <a:cs typeface="Lato"/>
                <a:sym typeface="Lato"/>
              </a:rPr>
              <a:t>Nguồn nội dung</a:t>
            </a:r>
            <a:endParaRPr/>
          </a:p>
          <a:p>
            <a:pPr indent="0" lvl="0" marL="0" marR="0" rtl="0" algn="l">
              <a:spcBef>
                <a:spcPts val="0"/>
              </a:spcBef>
              <a:spcAft>
                <a:spcPts val="0"/>
              </a:spcAft>
              <a:buNone/>
            </a:pPr>
            <a:r>
              <a:rPr b="0" lang="en-US" sz="1200">
                <a:solidFill>
                  <a:srgbClr val="262626"/>
                </a:solidFill>
                <a:latin typeface="Lato"/>
                <a:ea typeface="Lato"/>
                <a:cs typeface="Lato"/>
                <a:sym typeface="Lato"/>
              </a:rPr>
              <a:t>Bối cảnh, mục tiêu đề tài</a:t>
            </a:r>
            <a:endParaRPr b="0" sz="1200">
              <a:solidFill>
                <a:srgbClr val="262626"/>
              </a:solidFill>
              <a:latin typeface="Lato"/>
              <a:ea typeface="Lato"/>
              <a:cs typeface="Lato"/>
              <a:sym typeface="Lato"/>
            </a:endParaRPr>
          </a:p>
        </p:txBody>
      </p:sp>
      <p:sp>
        <p:nvSpPr>
          <p:cNvPr id="331" name="Google Shape;331;p26"/>
          <p:cNvSpPr/>
          <p:nvPr/>
        </p:nvSpPr>
        <p:spPr>
          <a:xfrm>
            <a:off x="3223260" y="1005840"/>
            <a:ext cx="2697480" cy="50292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FFFFFF"/>
                </a:solidFill>
                <a:latin typeface="Lato"/>
                <a:ea typeface="Lato"/>
                <a:cs typeface="Lato"/>
                <a:sym typeface="Lato"/>
              </a:rPr>
              <a:t>2. Mô tả tổng quan</a:t>
            </a:r>
            <a:endParaRPr/>
          </a:p>
        </p:txBody>
      </p:sp>
      <p:sp>
        <p:nvSpPr>
          <p:cNvPr id="332" name="Google Shape;332;p26"/>
          <p:cNvSpPr/>
          <p:nvPr/>
        </p:nvSpPr>
        <p:spPr>
          <a:xfrm>
            <a:off x="3223260" y="1508760"/>
            <a:ext cx="2697480" cy="2697480"/>
          </a:xfrm>
          <a:prstGeom prst="rect">
            <a:avLst/>
          </a:prstGeom>
          <a:solidFill>
            <a:srgbClr val="F6F1F1"/>
          </a:solidFill>
          <a:ln cap="flat" cmpd="sng" w="12700">
            <a:solidFill>
              <a:srgbClr val="C00000"/>
            </a:solidFill>
            <a:prstDash val="solid"/>
            <a:miter lim="8000"/>
            <a:headEnd len="sm" w="sm" type="none"/>
            <a:tailEnd len="sm" w="sm" type="none"/>
          </a:ln>
        </p:spPr>
        <p:txBody>
          <a:bodyPr anchorCtr="0" anchor="t" bIns="45700" lIns="164575" spcFirstLastPara="1" rIns="91425" wrap="square" tIns="137150">
            <a:noAutofit/>
          </a:bodyPr>
          <a:lstStyle/>
          <a:p>
            <a:pPr indent="0" lvl="0" marL="0" marR="0" rtl="0" algn="l">
              <a:spcBef>
                <a:spcPts val="0"/>
              </a:spcBef>
              <a:spcAft>
                <a:spcPts val="0"/>
              </a:spcAft>
              <a:buNone/>
            </a:pPr>
            <a:r>
              <a:rPr b="1" lang="en-US" sz="1400">
                <a:solidFill>
                  <a:srgbClr val="C00000"/>
                </a:solidFill>
                <a:latin typeface="Lato"/>
                <a:ea typeface="Lato"/>
                <a:cs typeface="Lato"/>
                <a:sym typeface="Lato"/>
              </a:rPr>
              <a:t>2.1  </a:t>
            </a:r>
            <a:r>
              <a:rPr b="0" lang="en-US" sz="1400">
                <a:solidFill>
                  <a:srgbClr val="262626"/>
                </a:solidFill>
                <a:latin typeface="Lato"/>
                <a:ea typeface="Lato"/>
                <a:cs typeface="Lato"/>
                <a:sym typeface="Lato"/>
              </a:rPr>
              <a:t>Góc nhìn sản phẩm</a:t>
            </a:r>
            <a:endParaRPr b="0" sz="1400">
              <a:solidFill>
                <a:srgbClr val="262626"/>
              </a:solidFill>
              <a:latin typeface="Lato"/>
              <a:ea typeface="Lato"/>
              <a:cs typeface="Lato"/>
              <a:sym typeface="Lato"/>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2.2  </a:t>
            </a:r>
            <a:r>
              <a:rPr b="0" lang="en-US" sz="1400">
                <a:solidFill>
                  <a:srgbClr val="262626"/>
                </a:solidFill>
                <a:latin typeface="Lato"/>
                <a:ea typeface="Lato"/>
                <a:cs typeface="Lato"/>
                <a:sym typeface="Lato"/>
              </a:rPr>
              <a:t>Chức năng chính</a:t>
            </a:r>
            <a:endParaRPr b="0" sz="1400">
              <a:solidFill>
                <a:srgbClr val="262626"/>
              </a:solidFill>
              <a:latin typeface="Lato"/>
              <a:ea typeface="Lato"/>
              <a:cs typeface="Lato"/>
              <a:sym typeface="Lato"/>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2.3  </a:t>
            </a:r>
            <a:r>
              <a:rPr b="0" lang="en-US" sz="1400">
                <a:solidFill>
                  <a:srgbClr val="262626"/>
                </a:solidFill>
                <a:latin typeface="Lato"/>
                <a:ea typeface="Lato"/>
                <a:cs typeface="Lato"/>
                <a:sym typeface="Lato"/>
              </a:rPr>
              <a:t>Đặc điểm người dùng</a:t>
            </a:r>
            <a:endParaRPr b="0" sz="1400">
              <a:solidFill>
                <a:srgbClr val="262626"/>
              </a:solidFill>
              <a:latin typeface="Lato"/>
              <a:ea typeface="Lato"/>
              <a:cs typeface="Lato"/>
              <a:sym typeface="Lato"/>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2.4  </a:t>
            </a:r>
            <a:r>
              <a:rPr b="0" lang="en-US" sz="1400">
                <a:solidFill>
                  <a:srgbClr val="262626"/>
                </a:solidFill>
                <a:latin typeface="Lato"/>
                <a:ea typeface="Lato"/>
                <a:cs typeface="Lato"/>
                <a:sym typeface="Lato"/>
              </a:rPr>
              <a:t>Ràng buộc</a:t>
            </a:r>
            <a:endParaRPr b="0" sz="1400">
              <a:solidFill>
                <a:srgbClr val="262626"/>
              </a:solidFill>
              <a:latin typeface="Lato"/>
              <a:ea typeface="Lato"/>
              <a:cs typeface="Lato"/>
              <a:sym typeface="Lato"/>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2.5  </a:t>
            </a:r>
            <a:r>
              <a:rPr b="0" lang="en-US" sz="1400">
                <a:solidFill>
                  <a:srgbClr val="262626"/>
                </a:solidFill>
                <a:latin typeface="Lato"/>
                <a:ea typeface="Lato"/>
                <a:cs typeface="Lato"/>
                <a:sym typeface="Lato"/>
              </a:rPr>
              <a:t>Giả định và phụ thuộc</a:t>
            </a:r>
            <a:endParaRPr b="0" sz="1400">
              <a:solidFill>
                <a:srgbClr val="262626"/>
              </a:solidFill>
              <a:latin typeface="Lato"/>
              <a:ea typeface="Lato"/>
              <a:cs typeface="Lato"/>
              <a:sym typeface="Lato"/>
            </a:endParaRPr>
          </a:p>
        </p:txBody>
      </p:sp>
      <p:sp>
        <p:nvSpPr>
          <p:cNvPr id="333" name="Google Shape;333;p26"/>
          <p:cNvSpPr txBox="1"/>
          <p:nvPr/>
        </p:nvSpPr>
        <p:spPr>
          <a:xfrm>
            <a:off x="3223260" y="4343400"/>
            <a:ext cx="2697480" cy="375487"/>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000">
                <a:solidFill>
                  <a:srgbClr val="595959"/>
                </a:solidFill>
                <a:latin typeface="Lato"/>
                <a:ea typeface="Lato"/>
                <a:cs typeface="Lato"/>
                <a:sym typeface="Lato"/>
              </a:rPr>
              <a:t>Nguồn nội dung</a:t>
            </a:r>
            <a:endParaRPr/>
          </a:p>
          <a:p>
            <a:pPr indent="0" lvl="0" marL="0" marR="0" rtl="0" algn="l">
              <a:spcBef>
                <a:spcPts val="0"/>
              </a:spcBef>
              <a:spcAft>
                <a:spcPts val="0"/>
              </a:spcAft>
              <a:buNone/>
            </a:pPr>
            <a:r>
              <a:rPr b="0" lang="en-US" sz="1200">
                <a:solidFill>
                  <a:srgbClr val="262626"/>
                </a:solidFill>
                <a:latin typeface="Lato"/>
                <a:ea typeface="Lato"/>
                <a:cs typeface="Lato"/>
                <a:sym typeface="Lato"/>
              </a:rPr>
              <a:t>Đối tượng sử dụng, DFD Context</a:t>
            </a:r>
            <a:endParaRPr/>
          </a:p>
        </p:txBody>
      </p:sp>
      <p:sp>
        <p:nvSpPr>
          <p:cNvPr id="334" name="Google Shape;334;p26"/>
          <p:cNvSpPr/>
          <p:nvPr/>
        </p:nvSpPr>
        <p:spPr>
          <a:xfrm>
            <a:off x="6062472" y="1005840"/>
            <a:ext cx="2697480" cy="50292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FFFFFF"/>
                </a:solidFill>
                <a:latin typeface="Lato"/>
                <a:ea typeface="Lato"/>
                <a:cs typeface="Lato"/>
                <a:sym typeface="Lato"/>
              </a:rPr>
              <a:t>3. Yêu cầu cụ thể</a:t>
            </a:r>
            <a:endParaRPr/>
          </a:p>
        </p:txBody>
      </p:sp>
      <p:sp>
        <p:nvSpPr>
          <p:cNvPr id="335" name="Google Shape;335;p26"/>
          <p:cNvSpPr/>
          <p:nvPr/>
        </p:nvSpPr>
        <p:spPr>
          <a:xfrm>
            <a:off x="6062472" y="1508760"/>
            <a:ext cx="2697480" cy="2697480"/>
          </a:xfrm>
          <a:prstGeom prst="rect">
            <a:avLst/>
          </a:prstGeom>
          <a:solidFill>
            <a:srgbClr val="F6F1F1"/>
          </a:solidFill>
          <a:ln cap="flat" cmpd="sng" w="12700">
            <a:solidFill>
              <a:srgbClr val="C00000"/>
            </a:solidFill>
            <a:prstDash val="solid"/>
            <a:miter lim="8000"/>
            <a:headEnd len="sm" w="sm" type="none"/>
            <a:tailEnd len="sm" w="sm" type="none"/>
          </a:ln>
        </p:spPr>
        <p:txBody>
          <a:bodyPr anchorCtr="0" anchor="t" bIns="45700" lIns="164575" spcFirstLastPara="1" rIns="91425" wrap="square" tIns="137150">
            <a:noAutofit/>
          </a:bodyPr>
          <a:lstStyle/>
          <a:p>
            <a:pPr indent="0" lvl="0" marL="0" marR="0" rtl="0" algn="l">
              <a:spcBef>
                <a:spcPts val="0"/>
              </a:spcBef>
              <a:spcAft>
                <a:spcPts val="0"/>
              </a:spcAft>
              <a:buNone/>
            </a:pPr>
            <a:r>
              <a:rPr b="1" lang="en-US" sz="1400">
                <a:solidFill>
                  <a:srgbClr val="C00000"/>
                </a:solidFill>
                <a:latin typeface="Lato"/>
                <a:ea typeface="Lato"/>
                <a:cs typeface="Lato"/>
                <a:sym typeface="Lato"/>
              </a:rPr>
              <a:t>3.1  </a:t>
            </a:r>
            <a:r>
              <a:rPr b="0" lang="en-US" sz="1400">
                <a:solidFill>
                  <a:srgbClr val="262626"/>
                </a:solidFill>
                <a:latin typeface="Lato"/>
                <a:ea typeface="Lato"/>
                <a:cs typeface="Lato"/>
                <a:sym typeface="Lato"/>
              </a:rPr>
              <a:t>Giao diện bên ngoài</a:t>
            </a:r>
            <a:endParaRPr b="0" sz="1400">
              <a:solidFill>
                <a:srgbClr val="262626"/>
              </a:solidFill>
              <a:latin typeface="Lato"/>
              <a:ea typeface="Lato"/>
              <a:cs typeface="Lato"/>
              <a:sym typeface="Lato"/>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3.2  </a:t>
            </a:r>
            <a:r>
              <a:rPr b="0" lang="en-US" sz="1400">
                <a:solidFill>
                  <a:srgbClr val="262626"/>
                </a:solidFill>
                <a:latin typeface="Lato"/>
                <a:ea typeface="Lato"/>
                <a:cs typeface="Lato"/>
                <a:sym typeface="Lato"/>
              </a:rPr>
              <a:t>Yêu cầu chức năng (FR)</a:t>
            </a:r>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3.3  </a:t>
            </a:r>
            <a:r>
              <a:rPr b="0" lang="en-US" sz="1400">
                <a:solidFill>
                  <a:srgbClr val="262626"/>
                </a:solidFill>
                <a:latin typeface="Lato"/>
                <a:ea typeface="Lato"/>
                <a:cs typeface="Lato"/>
                <a:sym typeface="Lato"/>
              </a:rPr>
              <a:t>Yêu cầu hiệu năng</a:t>
            </a:r>
            <a:endParaRPr b="0" sz="1400">
              <a:solidFill>
                <a:srgbClr val="262626"/>
              </a:solidFill>
              <a:latin typeface="Lato"/>
              <a:ea typeface="Lato"/>
              <a:cs typeface="Lato"/>
              <a:sym typeface="Lato"/>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3.4  </a:t>
            </a:r>
            <a:r>
              <a:rPr b="0" lang="en-US" sz="1400">
                <a:solidFill>
                  <a:srgbClr val="262626"/>
                </a:solidFill>
                <a:latin typeface="Lato"/>
                <a:ea typeface="Lato"/>
                <a:cs typeface="Lato"/>
                <a:sym typeface="Lato"/>
              </a:rPr>
              <a:t>Thuộc tính chất lượng (NFR)</a:t>
            </a:r>
            <a:endParaRPr/>
          </a:p>
          <a:p>
            <a:pPr indent="0" lvl="0" marL="0" marR="0" rtl="0" algn="l">
              <a:spcBef>
                <a:spcPts val="900"/>
              </a:spcBef>
              <a:spcAft>
                <a:spcPts val="0"/>
              </a:spcAft>
              <a:buNone/>
            </a:pPr>
            <a:r>
              <a:rPr b="1" lang="en-US" sz="1400">
                <a:solidFill>
                  <a:srgbClr val="C00000"/>
                </a:solidFill>
                <a:latin typeface="Lato"/>
                <a:ea typeface="Lato"/>
                <a:cs typeface="Lato"/>
                <a:sym typeface="Lato"/>
              </a:rPr>
              <a:t>3.5  </a:t>
            </a:r>
            <a:r>
              <a:rPr b="0" lang="en-US" sz="1400">
                <a:solidFill>
                  <a:srgbClr val="262626"/>
                </a:solidFill>
                <a:latin typeface="Lato"/>
                <a:ea typeface="Lato"/>
                <a:cs typeface="Lato"/>
                <a:sym typeface="Lato"/>
              </a:rPr>
              <a:t>Ràng buộc thiết kế</a:t>
            </a:r>
            <a:endParaRPr b="0" sz="1400">
              <a:solidFill>
                <a:srgbClr val="262626"/>
              </a:solidFill>
              <a:latin typeface="Lato"/>
              <a:ea typeface="Lato"/>
              <a:cs typeface="Lato"/>
              <a:sym typeface="Lato"/>
            </a:endParaRPr>
          </a:p>
        </p:txBody>
      </p:sp>
      <p:sp>
        <p:nvSpPr>
          <p:cNvPr id="336" name="Google Shape;336;p26"/>
          <p:cNvSpPr txBox="1"/>
          <p:nvPr/>
        </p:nvSpPr>
        <p:spPr>
          <a:xfrm>
            <a:off x="6062472" y="4343400"/>
            <a:ext cx="2697480" cy="375487"/>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000">
                <a:solidFill>
                  <a:srgbClr val="595959"/>
                </a:solidFill>
                <a:latin typeface="Lato"/>
                <a:ea typeface="Lato"/>
                <a:cs typeface="Lato"/>
                <a:sym typeface="Lato"/>
              </a:rPr>
              <a:t>Nguồn nội dung</a:t>
            </a:r>
            <a:endParaRPr/>
          </a:p>
          <a:p>
            <a:pPr indent="0" lvl="0" marL="0" marR="0" rtl="0" algn="l">
              <a:spcBef>
                <a:spcPts val="0"/>
              </a:spcBef>
              <a:spcAft>
                <a:spcPts val="0"/>
              </a:spcAft>
              <a:buNone/>
            </a:pPr>
            <a:r>
              <a:rPr b="0" lang="en-US" sz="1200">
                <a:solidFill>
                  <a:srgbClr val="262626"/>
                </a:solidFill>
                <a:latin typeface="Lato"/>
                <a:ea typeface="Lato"/>
                <a:cs typeface="Lato"/>
                <a:sym typeface="Lato"/>
              </a:rPr>
              <a:t>FR, NFR, DFD Level 1, RTM</a:t>
            </a:r>
            <a:endParaRPr/>
          </a:p>
        </p:txBody>
      </p:sp>
      <p:sp>
        <p:nvSpPr>
          <p:cNvPr id="337" name="Google Shape;337;p26"/>
          <p:cNvSpPr/>
          <p:nvPr/>
        </p:nvSpPr>
        <p:spPr>
          <a:xfrm>
            <a:off x="384048" y="5212080"/>
            <a:ext cx="8375904" cy="777240"/>
          </a:xfrm>
          <a:prstGeom prst="rect">
            <a:avLst/>
          </a:prstGeom>
          <a:solidFill>
            <a:srgbClr val="FFFFFF"/>
          </a:solidFill>
          <a:ln cap="flat" cmpd="sng" w="12700">
            <a:solidFill>
              <a:srgbClr val="C00000"/>
            </a:solidFill>
            <a:prstDash val="solid"/>
            <a:miter lim="8000"/>
            <a:headEnd len="sm" w="sm" type="none"/>
            <a:tailEnd len="sm" w="sm" type="none"/>
          </a:ln>
        </p:spPr>
        <p:txBody>
          <a:bodyPr anchorCtr="0" anchor="ctr" bIns="45700" lIns="137150" spcFirstLastPara="1" rIns="137150" wrap="square" tIns="45700">
            <a:noAutofit/>
          </a:bodyPr>
          <a:lstStyle/>
          <a:p>
            <a:pPr indent="0" lvl="0" marL="0" marR="0" rtl="0" algn="l">
              <a:spcBef>
                <a:spcPts val="0"/>
              </a:spcBef>
              <a:spcAft>
                <a:spcPts val="0"/>
              </a:spcAft>
              <a:buNone/>
            </a:pPr>
            <a:r>
              <a:rPr b="1" lang="en-US" sz="1200">
                <a:solidFill>
                  <a:srgbClr val="C00000"/>
                </a:solidFill>
                <a:latin typeface="Lato"/>
                <a:ea typeface="Lato"/>
                <a:cs typeface="Lato"/>
                <a:sym typeface="Lato"/>
              </a:rPr>
              <a:t>Phụ lục: </a:t>
            </a:r>
            <a:r>
              <a:rPr b="0" lang="en-US" sz="1200">
                <a:solidFill>
                  <a:srgbClr val="262626"/>
                </a:solidFill>
                <a:latin typeface="Lato"/>
                <a:ea typeface="Lato"/>
                <a:cs typeface="Lato"/>
                <a:sym typeface="Lato"/>
              </a:rPr>
              <a:t>Ma trận RTM, DFD Context và Level 1, biểu đồ Use Case, bảng chỉ số NFR.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7"/>
          <p:cNvSpPr txBox="1"/>
          <p:nvPr>
            <p:ph idx="1" type="body"/>
          </p:nvPr>
        </p:nvSpPr>
        <p:spPr>
          <a:xfrm>
            <a:off x="3817026" y="1541594"/>
            <a:ext cx="4839811" cy="3774811"/>
          </a:xfrm>
          <a:prstGeom prst="rect">
            <a:avLst/>
          </a:prstGeom>
          <a:noFill/>
          <a:ln>
            <a:noFill/>
          </a:ln>
        </p:spPr>
        <p:txBody>
          <a:bodyPr anchorCtr="0" anchor="t" bIns="45700" lIns="91425" spcFirstLastPara="1" rIns="91425" wrap="square" tIns="45700">
            <a:noAutofit/>
          </a:bodyPr>
          <a:lstStyle/>
          <a:p>
            <a:pPr indent="0" lvl="0" marL="38100" rtl="0" algn="l">
              <a:lnSpc>
                <a:spcPct val="90000"/>
              </a:lnSpc>
              <a:spcBef>
                <a:spcPts val="750"/>
              </a:spcBef>
              <a:spcAft>
                <a:spcPts val="0"/>
              </a:spcAft>
              <a:buSzPts val="2800"/>
              <a:buNone/>
            </a:pPr>
            <a:r>
              <a:rPr b="1" lang="en-US" sz="1500">
                <a:solidFill>
                  <a:schemeClr val="dk1"/>
                </a:solidFill>
              </a:rPr>
              <a:t>TÀI LIỆU THAM KHẢO</a:t>
            </a:r>
            <a:endParaRPr/>
          </a:p>
          <a:p>
            <a:pPr indent="-304800" lvl="0" marL="342900" rtl="0" algn="l">
              <a:lnSpc>
                <a:spcPct val="90000"/>
              </a:lnSpc>
              <a:spcBef>
                <a:spcPts val="750"/>
              </a:spcBef>
              <a:spcAft>
                <a:spcPts val="0"/>
              </a:spcAft>
              <a:buSzPts val="2100"/>
              <a:buChar char="•"/>
            </a:pPr>
            <a:r>
              <a:rPr b="1" lang="en-US" sz="1400"/>
              <a:t>Bảo tàng Lịch sử Quốc gia Việt Nam.</a:t>
            </a:r>
            <a:r>
              <a:rPr lang="en-US" sz="1400"/>
              <a:t> Tư liệu và hiện vật lịch sử Việt Nam.</a:t>
            </a:r>
            <a:br>
              <a:rPr lang="en-US" sz="1400"/>
            </a:br>
            <a:r>
              <a:rPr lang="en-US" sz="1400" u="sng">
                <a:solidFill>
                  <a:schemeClr val="hlink"/>
                </a:solidFill>
                <a:hlinkClick r:id="rId3"/>
              </a:rPr>
              <a:t>https://baotanglichsu.vn/</a:t>
            </a:r>
            <a:r>
              <a:rPr lang="en-US" sz="1400"/>
              <a:t> </a:t>
            </a:r>
            <a:endParaRPr sz="1400"/>
          </a:p>
          <a:p>
            <a:pPr indent="-304800" lvl="0" marL="342900" rtl="0" algn="l">
              <a:lnSpc>
                <a:spcPct val="90000"/>
              </a:lnSpc>
              <a:spcBef>
                <a:spcPts val="750"/>
              </a:spcBef>
              <a:spcAft>
                <a:spcPts val="0"/>
              </a:spcAft>
              <a:buSzPts val="2100"/>
              <a:buChar char="•"/>
            </a:pPr>
            <a:r>
              <a:rPr b="1" lang="en-US" sz="1400"/>
              <a:t>Bộ Giáo dục và Đào tạo: </a:t>
            </a:r>
            <a:r>
              <a:rPr lang="en-US" sz="1400"/>
              <a:t>Sách lịch sử lớp 1-12</a:t>
            </a:r>
            <a:endParaRPr sz="1400"/>
          </a:p>
          <a:p>
            <a:pPr indent="-304800" lvl="0" marL="342900" rtl="0" algn="l">
              <a:lnSpc>
                <a:spcPct val="90000"/>
              </a:lnSpc>
              <a:spcBef>
                <a:spcPts val="750"/>
              </a:spcBef>
              <a:spcAft>
                <a:spcPts val="0"/>
              </a:spcAft>
              <a:buSzPts val="2100"/>
              <a:buChar char="•"/>
            </a:pPr>
            <a:r>
              <a:rPr b="1" lang="en-US" sz="1400"/>
              <a:t>Viện Nghiên cứu Hán Nôm:</a:t>
            </a:r>
            <a:r>
              <a:rPr lang="en-US" sz="1400"/>
              <a:t> Tư liệu lịch sử và văn bản Hán Nôm.</a:t>
            </a:r>
            <a:br>
              <a:rPr lang="en-US" sz="1400"/>
            </a:br>
            <a:r>
              <a:rPr lang="en-US" sz="1400" u="sng">
                <a:solidFill>
                  <a:schemeClr val="hlink"/>
                </a:solidFill>
                <a:hlinkClick r:id="rId4"/>
              </a:rPr>
              <a:t>https://hannom.vass.gov.vn/</a:t>
            </a:r>
            <a:r>
              <a:rPr lang="en-US" sz="1400"/>
              <a:t> </a:t>
            </a:r>
            <a:endParaRPr sz="1400"/>
          </a:p>
          <a:p>
            <a:pPr indent="-304800" lvl="0" marL="342900" rtl="0" algn="l">
              <a:lnSpc>
                <a:spcPct val="90000"/>
              </a:lnSpc>
              <a:spcBef>
                <a:spcPts val="750"/>
              </a:spcBef>
              <a:spcAft>
                <a:spcPts val="0"/>
              </a:spcAft>
              <a:buSzPts val="2100"/>
              <a:buChar char="•"/>
            </a:pPr>
            <a:r>
              <a:rPr b="1" lang="en-US" sz="1400"/>
              <a:t>Thư viện Quốc gia Việt Nam: </a:t>
            </a:r>
            <a:r>
              <a:rPr lang="en-US" sz="1400"/>
              <a:t>đầu sách lịch sử và bản đồ Việt Nam: </a:t>
            </a:r>
            <a:r>
              <a:rPr lang="en-US" sz="1400" u="sng">
                <a:solidFill>
                  <a:schemeClr val="hlink"/>
                </a:solidFill>
                <a:hlinkClick r:id="rId5"/>
              </a:rPr>
              <a:t>https://nlv.gov.vn</a:t>
            </a:r>
            <a:r>
              <a:rPr lang="en-US" sz="1400"/>
              <a:t> </a:t>
            </a:r>
            <a:endParaRPr sz="1400"/>
          </a:p>
          <a:p>
            <a:pPr indent="-304800" lvl="0" marL="342900" rtl="0" algn="l">
              <a:lnSpc>
                <a:spcPct val="90000"/>
              </a:lnSpc>
              <a:spcBef>
                <a:spcPts val="750"/>
              </a:spcBef>
              <a:spcAft>
                <a:spcPts val="0"/>
              </a:spcAft>
              <a:buSzPts val="2100"/>
              <a:buChar char="•"/>
            </a:pPr>
            <a:r>
              <a:rPr b="1" lang="en-US" sz="1400"/>
              <a:t>OpenStreetMap Foundation:</a:t>
            </a:r>
            <a:r>
              <a:rPr lang="en-US" sz="1400"/>
              <a:t> OpenStreetMap – dữ liệu bản đồ mở.</a:t>
            </a:r>
            <a:br>
              <a:rPr lang="en-US" sz="1400"/>
            </a:br>
            <a:r>
              <a:rPr lang="en-US" sz="1400" u="sng">
                <a:solidFill>
                  <a:schemeClr val="hlink"/>
                </a:solidFill>
                <a:hlinkClick r:id="rId6"/>
              </a:rPr>
              <a:t>https://www.openstreetmap.org/</a:t>
            </a:r>
            <a:r>
              <a:rPr lang="en-US" sz="1400"/>
              <a:t> </a:t>
            </a:r>
            <a:endParaRPr/>
          </a:p>
          <a:p>
            <a:pPr indent="-304800" lvl="0" marL="342900" rtl="0" algn="l">
              <a:lnSpc>
                <a:spcPct val="90000"/>
              </a:lnSpc>
              <a:spcBef>
                <a:spcPts val="750"/>
              </a:spcBef>
              <a:spcAft>
                <a:spcPts val="0"/>
              </a:spcAft>
              <a:buSzPts val="2100"/>
              <a:buChar char="•"/>
            </a:pPr>
            <a:r>
              <a:rPr b="1" lang="en-US" sz="1400"/>
              <a:t>Leaflet:</a:t>
            </a:r>
            <a:r>
              <a:rPr lang="en-US" sz="1400"/>
              <a:t> JavaScript library for interactive maps.</a:t>
            </a:r>
            <a:br>
              <a:rPr lang="en-US" sz="1400"/>
            </a:br>
            <a:r>
              <a:rPr lang="en-US" sz="1400" u="sng">
                <a:solidFill>
                  <a:schemeClr val="hlink"/>
                </a:solidFill>
                <a:hlinkClick r:id="rId7"/>
              </a:rPr>
              <a:t>https://leafletjs.com/</a:t>
            </a:r>
            <a:r>
              <a:rPr lang="en-US" sz="1400"/>
              <a:t> </a:t>
            </a:r>
            <a:endParaRPr/>
          </a:p>
        </p:txBody>
      </p:sp>
      <p:sp>
        <p:nvSpPr>
          <p:cNvPr id="343" name="Google Shape;343;p27"/>
          <p:cNvSpPr txBox="1"/>
          <p:nvPr>
            <p:ph idx="12" type="sldNum"/>
          </p:nvPr>
        </p:nvSpPr>
        <p:spPr>
          <a:xfrm>
            <a:off x="6867383" y="6572128"/>
            <a:ext cx="20574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C00000"/>
              </a:buClr>
              <a:buSzPts val="900"/>
              <a:buFont typeface="Lato"/>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8"/>
          <p:cNvSpPr txBox="1"/>
          <p:nvPr/>
        </p:nvSpPr>
        <p:spPr>
          <a:xfrm>
            <a:off x="4181099" y="3125483"/>
            <a:ext cx="4197975" cy="60703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1" lang="en-US" sz="4800">
                <a:solidFill>
                  <a:srgbClr val="C00000"/>
                </a:solidFill>
                <a:latin typeface="Lato"/>
                <a:ea typeface="Lato"/>
                <a:cs typeface="Lato"/>
                <a:sym typeface="Lato"/>
              </a:rPr>
              <a:t>THANK YOU !</a:t>
            </a:r>
            <a:endParaRPr sz="18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hủ đề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ủ đề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2026-09-26T16:18:25Z</dcterms:created>
  <dc:creator>Tuấn Trịnh Anh</dc:creator>
</cp:coreProperties>
</file>